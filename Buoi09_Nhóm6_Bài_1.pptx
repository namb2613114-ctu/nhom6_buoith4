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CECDA-8627-4E01-A837-A49A5E67CF49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714DA-596C-49AE-B4C0-3DFC6C09C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1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714DA-596C-49AE-B4C0-3DFC6C09CE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1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39C8-9BAC-C374-18A6-3B57E0023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9DCCB-C9BC-0BC4-9DEC-69228665D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CEA0-088C-5BDF-BFD0-66982943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E29B9-75DF-49AB-A2E6-8F671F785DFF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AB48-20C9-330F-1891-1E91498C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D2E1C-A915-6AC3-8F7C-BDB2AF8A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79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6848-AF25-B8C2-C5C5-DDC9F792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03E2-9394-E1F6-1073-0B88FEAC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4F294-BEEA-C6FE-3D8D-972FE018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5D8B-E2B0-46CC-8C98-27B935BE50C5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EB3BF-04B7-21E9-7D56-D199E8C0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A1F39-0EDD-51A3-9D99-D7952462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AEEA570-0DF7-4C3C-9BF4-D40189431B19}" type="slidenum">
              <a:rPr lang="en-US" smtClean="0"/>
              <a:pPr/>
              <a:t>‹#›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7979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C487-2974-FEB6-2A7A-A0E2370B8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575CA-C392-E753-BB73-EB2CDE3B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09A1-A5F8-24D7-BEF8-EDAC4B36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EC64-B174-44FF-A126-FF6D61CE119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E2C86-7B93-DF3E-EB9C-228BB104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3591C-AC31-0768-05BF-04EAB44B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9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CD8F-B9E6-4C19-4C07-D50679EA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ED35-F410-FAE2-3603-118A87FB3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612D3-CEF2-958C-A26C-3C32EE3EF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B3046-EE5D-14C1-B798-FCC9342C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54239-6426-4D32-ADE2-0675D2673D3F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0695B-9B02-BF41-2A22-ED845C86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C9160-FC96-2950-A227-6AF84550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9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7655-1CE5-32C1-185C-5F18E281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E675B-60F8-ED9E-B6B0-3EEECFD00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D3B0A-4572-4E16-EF32-1529DDBB7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EF85D-6F43-1B3E-91EF-0303D15CB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A3CDC-62F5-38CA-39BC-746FC6D66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B037C-362E-9C28-D5FF-5B302F64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ABA5-3F73-42EB-8B39-E363333DF3AF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17D52-C36D-7176-8801-B95AB953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865C8-A5DC-C12D-8F82-F69AC2F6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1A10-D1E3-52D0-E675-C8AADBDF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1F666-8A6D-10FD-50AC-1FBB3D8F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8E91-CCDA-4E6E-9B18-18B39BFCB6E3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F8CD5-F635-F9F8-74CE-BE4B2FE2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DBD8B-5130-6309-E045-AA7A5D1A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5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40E41-7E3F-EC2C-C61B-42DA2F12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33F70-7604-47D0-A01B-370D8EFB1713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17C39-7952-DF47-7D88-6E7796EB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58FE2-0E02-9269-7544-6781A68E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8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EEDF-0DC4-51F1-8BD2-1A9231CC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F84D-E389-10F2-C32E-737D0A4A0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38EB0-0331-05FF-9B74-0417A2673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11EC-6209-978A-A851-7F16C379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B656E-278E-4CB3-9DE1-B5FEEE554E5B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D6E9-DD56-209C-4A94-01BE4E35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CEE5D-64F6-2975-951C-8040BE45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2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E8D3-6240-13D9-8A2F-491CB3DC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C5786-7419-E349-082D-B3FD0A0FB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A6BA-A46A-635D-B299-486B0FF3A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58120-BA84-0C57-8CCB-03607307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0E1AA-7BC3-462A-AD74-77C7130F116B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2D42D-CE28-9518-2449-5E2C68B9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22C8E-AB0C-D090-304C-FA9B220B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5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407D-0E2F-8F3B-9149-E94E711B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AF27C-2230-9B8C-690C-3D25DAF7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6F4A-D970-665C-AE85-F53A8DFA0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6F45-7C78-488F-B579-965D22173D3D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EA7AA-B9BF-8B4E-26F5-EBDEEA4D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E5D7C-545C-219F-EC4C-3885A960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4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F6978-61D3-3237-B7D8-923F7FA0B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1849A-4D4E-D234-3D01-CAA36AA00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550FE-5114-1B3A-3130-E25850EA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DAFD-E0EC-4154-87E7-D08035FB74FC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98E4-15AC-A420-5521-DF65DBB2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F6029-5F1A-5365-242F-D654E314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8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1F0C6-F39D-2943-2515-2D3FA5DC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E3F98-C518-32D8-613E-99A8F949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7153-B023-D576-EFB0-BE7AC5115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1BC59-1014-4F96-9B6E-66B0618A3060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E991C-6C95-A260-70A7-C28D92483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TRÍCH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763FB-45DC-FB54-CC77-F2DD73E02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EA570-0DF7-4C3C-9BF4-D40189431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-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36B8-B532-C108-B625-348A24977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322E3-9A93-986F-1FC2-4F511166E6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ThS.Họ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F4B6E-6515-591E-A2FE-2AB7D14672EB}"/>
              </a:ext>
            </a:extLst>
          </p:cNvPr>
          <p:cNvSpPr txBox="1"/>
          <p:nvPr/>
        </p:nvSpPr>
        <p:spPr>
          <a:xfrm>
            <a:off x="6096000" y="5504804"/>
            <a:ext cx="479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26CFC-E4F9-46E1-DFE2-4D1B9A17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1725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C1A42-5B77-7147-8A14-A1219822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1E123B-3014-2CA6-A249-6EE6A1140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r>
              <a:rPr lang="en-US" dirty="0"/>
              <a:t> 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8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76CF2-C30C-05CE-E55D-35A6323B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485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4434-8ADF-6A8D-62D7-C532EDD3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48DDE-14ED-0653-EB37-F1EE4F6A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r>
              <a:rPr lang="en-US" dirty="0">
                <a:hlinkClick r:id="rId2" action="ppaction://hlinksldjump"/>
              </a:rPr>
              <a:t> 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1FF6E-B5B4-4F80-57A3-D098BC15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359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6D5E-01AA-B444-B4E2-641076FB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441A-003F-95B0-C3C6-3F670740A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>
                <a:hlinkClick r:id="rId2" action="ppaction://hlinksldjump"/>
              </a:rPr>
              <a:t>Cung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để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chứng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r>
              <a:rPr lang="en-US" dirty="0">
                <a:hlinkClick r:id="rId2" action="ppaction://hlinksldjump"/>
              </a:rPr>
              <a:t> </a:t>
            </a:r>
            <a:endParaRPr lang="en-US" dirty="0"/>
          </a:p>
          <a:p>
            <a:pPr lvl="1"/>
            <a:r>
              <a:rPr lang="en-US" dirty="0"/>
              <a:t>Lợi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A0BB7-E913-2E14-4860-2B58CA7B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048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9B1E-20F4-F2A1-E49B-58C2CBB8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D9DE6-ECCC-B8E3-A348-CF75CB561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Liệu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8DE86-347A-11C9-C5E1-ACA55CF7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85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2FB858-ADDD-C973-E1A1-7586BE41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063" y="2766218"/>
            <a:ext cx="10515600" cy="1325563"/>
          </a:xfrm>
        </p:spPr>
        <p:txBody>
          <a:bodyPr/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D6239-DB19-093A-8270-80141A4C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977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DFE87F-F7D4-61D9-2D81-3BE397E86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6705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1A8D8-746A-F940-6DED-812C192A5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 algn="just">
              <a:buNone/>
            </a:pPr>
            <a:r>
              <a:rPr lang="en-US" dirty="0"/>
              <a:t>	“Hằng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. Các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CNTT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8C5A8-D1C9-86A8-8A45-D7D9F1E9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161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CD73-C038-38C5-E592-00978680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70FE-04CA-693E-F839-3CBF7A3B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1D40BC78-63C1-9400-E432-10A5D82FA3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7663774"/>
              </p:ext>
            </p:extLst>
          </p:nvPr>
        </p:nvGraphicFramePr>
        <p:xfrm>
          <a:off x="838200" y="2517140"/>
          <a:ext cx="1096899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>
                          <a:solidFill>
                            <a:schemeClr val="tx1"/>
                          </a:solidFill>
                        </a:rPr>
                        <a:t>Tên ngành/chuyên ngành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en-US" b="1" dirty="0" err="1">
                          <a:solidFill>
                            <a:schemeClr val="tx1"/>
                          </a:solidFill>
                        </a:rPr>
                        <a:t>Số</a:t>
                      </a:r>
                      <a:r>
                        <a:rPr lang="en-US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en-US" b="1" dirty="0" err="1">
                          <a:solidFill>
                            <a:schemeClr val="tx1"/>
                          </a:solidFill>
                        </a:rPr>
                        <a:t>lượng</a:t>
                      </a:r>
                      <a:r>
                        <a:rPr lang="en-US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en-US" b="1" dirty="0" err="1">
                          <a:solidFill>
                            <a:schemeClr val="tx1"/>
                          </a:solidFill>
                        </a:rPr>
                        <a:t>tuyển</a:t>
                      </a:r>
                      <a:r>
                        <a:rPr lang="en-US" alt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en-US" b="1" dirty="0" err="1">
                          <a:solidFill>
                            <a:schemeClr val="tx1"/>
                          </a:solidFill>
                        </a:rPr>
                        <a:t>sinh</a:t>
                      </a:r>
                      <a:endParaRPr lang="vi-V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Công nghệ thông tin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272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sz="1800" b="1" dirty="0">
                          <a:sym typeface="+mn-ea"/>
                        </a:rPr>
                        <a:t>Công nghệ thông tin - CLC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144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sz="1800" b="1" dirty="0">
                          <a:sym typeface="+mn-ea"/>
                        </a:rPr>
                        <a:t>Công nghệ thông tin - HA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75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Mạng máy tính và truyền thông dữ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149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Kỹ thuật phần mềm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266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Hệ thống thông tin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135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Khoa học máy tính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178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Tin học ứng dụng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32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altLang="en-US" b="1" dirty="0"/>
                        <a:t>Tổng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vi-VN" altLang="en-US" b="1" dirty="0"/>
                        <a:t>1251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CC779-8DBF-4687-EBF7-E44DBBED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EA570-0DF7-4C3C-9BF4-D40189431B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5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374</Words>
  <Application>Microsoft Office PowerPoint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 </vt:lpstr>
      <vt:lpstr>Giới thiệu</vt:lpstr>
      <vt:lpstr>Phần mở đầu </vt:lpstr>
      <vt:lpstr>Phần chính</vt:lpstr>
      <vt:lpstr>Phần kết</vt:lpstr>
      <vt:lpstr>Cảm ơn sự chú ý của quý vị 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Thanh</dc:creator>
  <cp:lastModifiedBy>Dat Thanh</cp:lastModifiedBy>
  <cp:revision>14</cp:revision>
  <dcterms:created xsi:type="dcterms:W3CDTF">2026-09-25T13:33:41Z</dcterms:created>
  <dcterms:modified xsi:type="dcterms:W3CDTF">2026-09-25T14:18:53Z</dcterms:modified>
</cp:coreProperties>
</file>