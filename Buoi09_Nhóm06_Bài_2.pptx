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128E04-7B48-4835-BE67-778B8EEF150B}" v="59" dt="2026-09-25T16:34:04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Ly Van" userId="04ce42cc31d43417" providerId="LiveId" clId="{32F4B039-FB8E-4CBD-8197-A24EA95E64D4}"/>
    <pc:docChg chg="undo redo custSel addSld delSld modSld modMainMaster">
      <pc:chgData name="Le Ly Van" userId="04ce42cc31d43417" providerId="LiveId" clId="{32F4B039-FB8E-4CBD-8197-A24EA95E64D4}" dt="2026-09-25T16:31:44.105" v="657" actId="207"/>
      <pc:docMkLst>
        <pc:docMk/>
      </pc:docMkLst>
      <pc:sldChg chg="delSp modSp mod chgLayout">
        <pc:chgData name="Le Ly Van" userId="04ce42cc31d43417" providerId="LiveId" clId="{32F4B039-FB8E-4CBD-8197-A24EA95E64D4}" dt="2026-09-25T16:04:31.601" v="139"/>
        <pc:sldMkLst>
          <pc:docMk/>
          <pc:sldMk cId="3776131270" sldId="256"/>
        </pc:sldMkLst>
        <pc:spChg chg="mod ord">
          <ac:chgData name="Le Ly Van" userId="04ce42cc31d43417" providerId="LiveId" clId="{32F4B039-FB8E-4CBD-8197-A24EA95E64D4}" dt="2026-09-25T16:04:18.086" v="111" actId="700"/>
          <ac:spMkLst>
            <pc:docMk/>
            <pc:sldMk cId="3776131270" sldId="256"/>
            <ac:spMk id="2" creationId="{C0AFF29C-027F-C1E7-E240-8AF591113B12}"/>
          </ac:spMkLst>
        </pc:spChg>
        <pc:spChg chg="mod ord">
          <ac:chgData name="Le Ly Van" userId="04ce42cc31d43417" providerId="LiveId" clId="{32F4B039-FB8E-4CBD-8197-A24EA95E64D4}" dt="2026-09-25T16:04:18.086" v="111" actId="700"/>
          <ac:spMkLst>
            <pc:docMk/>
            <pc:sldMk cId="3776131270" sldId="256"/>
            <ac:spMk id="3" creationId="{9BEC4B86-8958-8785-B5BC-41927EE44785}"/>
          </ac:spMkLst>
        </pc:spChg>
        <pc:spChg chg="mod ord">
          <ac:chgData name="Le Ly Van" userId="04ce42cc31d43417" providerId="LiveId" clId="{32F4B039-FB8E-4CBD-8197-A24EA95E64D4}" dt="2026-09-25T16:04:18.086" v="111" actId="700"/>
          <ac:spMkLst>
            <pc:docMk/>
            <pc:sldMk cId="3776131270" sldId="256"/>
            <ac:spMk id="4" creationId="{04FFD19B-52BC-DFFB-973B-76389ECE41AB}"/>
          </ac:spMkLst>
        </pc:spChg>
        <pc:spChg chg="del mod">
          <ac:chgData name="Le Ly Van" userId="04ce42cc31d43417" providerId="LiveId" clId="{32F4B039-FB8E-4CBD-8197-A24EA95E64D4}" dt="2026-09-25T16:04:31.601" v="139"/>
          <ac:spMkLst>
            <pc:docMk/>
            <pc:sldMk cId="3776131270" sldId="256"/>
            <ac:spMk id="8" creationId="{046D6CEC-760A-E426-273F-EDCF7B05DC99}"/>
          </ac:spMkLst>
        </pc:spChg>
        <pc:spChg chg="mod ord">
          <ac:chgData name="Le Ly Van" userId="04ce42cc31d43417" providerId="LiveId" clId="{32F4B039-FB8E-4CBD-8197-A24EA95E64D4}" dt="2026-09-25T16:04:18.086" v="111" actId="700"/>
          <ac:spMkLst>
            <pc:docMk/>
            <pc:sldMk cId="3776131270" sldId="256"/>
            <ac:spMk id="9" creationId="{8B5E1880-B904-4FEA-1FB4-779452C76195}"/>
          </ac:spMkLst>
        </pc:spChg>
      </pc:sldChg>
      <pc:sldChg chg="addSp delSp modSp mod modClrScheme chgLayout">
        <pc:chgData name="Le Ly Van" userId="04ce42cc31d43417" providerId="LiveId" clId="{32F4B039-FB8E-4CBD-8197-A24EA95E64D4}" dt="2026-09-25T16:07:34.533" v="253" actId="700"/>
        <pc:sldMkLst>
          <pc:docMk/>
          <pc:sldMk cId="3716577409" sldId="257"/>
        </pc:sldMkLst>
        <pc:spChg chg="del">
          <ac:chgData name="Le Ly Van" userId="04ce42cc31d43417" providerId="LiveId" clId="{32F4B039-FB8E-4CBD-8197-A24EA95E64D4}" dt="2026-09-25T16:05:01.277" v="154" actId="478"/>
          <ac:spMkLst>
            <pc:docMk/>
            <pc:sldMk cId="3716577409" sldId="257"/>
            <ac:spMk id="2" creationId="{AF76809A-21A0-69D5-FBC1-5311842E6AC6}"/>
          </ac:spMkLst>
        </pc:spChg>
        <pc:spChg chg="mod ord">
          <ac:chgData name="Le Ly Van" userId="04ce42cc31d43417" providerId="LiveId" clId="{32F4B039-FB8E-4CBD-8197-A24EA95E64D4}" dt="2026-09-25T16:07:34.533" v="253" actId="700"/>
          <ac:spMkLst>
            <pc:docMk/>
            <pc:sldMk cId="3716577409" sldId="257"/>
            <ac:spMk id="3" creationId="{3EC38C0E-7818-15B8-2618-4B3BE52FBF9D}"/>
          </ac:spMkLst>
        </pc:spChg>
        <pc:spChg chg="add mod ord">
          <ac:chgData name="Le Ly Van" userId="04ce42cc31d43417" providerId="LiveId" clId="{32F4B039-FB8E-4CBD-8197-A24EA95E64D4}" dt="2026-09-25T16:07:34.533" v="253" actId="700"/>
          <ac:spMkLst>
            <pc:docMk/>
            <pc:sldMk cId="3716577409" sldId="257"/>
            <ac:spMk id="4" creationId="{6F86A9BE-36B5-F9DD-53E5-A22703EC13CE}"/>
          </ac:spMkLst>
        </pc:spChg>
        <pc:spChg chg="mod">
          <ac:chgData name="Le Ly Van" userId="04ce42cc31d43417" providerId="LiveId" clId="{32F4B039-FB8E-4CBD-8197-A24EA95E64D4}" dt="2026-09-25T16:05:23.142" v="238" actId="5793"/>
          <ac:spMkLst>
            <pc:docMk/>
            <pc:sldMk cId="3716577409" sldId="257"/>
            <ac:spMk id="5" creationId="{02AE6677-42FC-3BF6-612E-039380F052E9}"/>
          </ac:spMkLst>
        </pc:spChg>
        <pc:spChg chg="add mod ord">
          <ac:chgData name="Le Ly Van" userId="04ce42cc31d43417" providerId="LiveId" clId="{32F4B039-FB8E-4CBD-8197-A24EA95E64D4}" dt="2026-09-25T16:07:34.533" v="253" actId="700"/>
          <ac:spMkLst>
            <pc:docMk/>
            <pc:sldMk cId="3716577409" sldId="257"/>
            <ac:spMk id="6" creationId="{2F33A0A6-FE5B-2B7F-091C-17B9D9A6E302}"/>
          </ac:spMkLst>
        </pc:spChg>
        <pc:spChg chg="mod ord">
          <ac:chgData name="Le Ly Van" userId="04ce42cc31d43417" providerId="LiveId" clId="{32F4B039-FB8E-4CBD-8197-A24EA95E64D4}" dt="2026-09-25T16:07:34.533" v="253" actId="700"/>
          <ac:spMkLst>
            <pc:docMk/>
            <pc:sldMk cId="3716577409" sldId="257"/>
            <ac:spMk id="7" creationId="{E8EDFC7E-E4D0-1088-7B83-6C7A49F57599}"/>
          </ac:spMkLst>
        </pc:spChg>
      </pc:sldChg>
      <pc:sldChg chg="addSp delSp modSp mod modClrScheme chgLayout">
        <pc:chgData name="Le Ly Van" userId="04ce42cc31d43417" providerId="LiveId" clId="{32F4B039-FB8E-4CBD-8197-A24EA95E64D4}" dt="2026-09-25T16:08:21.331" v="271" actId="5793"/>
        <pc:sldMkLst>
          <pc:docMk/>
          <pc:sldMk cId="2792653356" sldId="258"/>
        </pc:sldMkLst>
        <pc:spChg chg="mod ord">
          <ac:chgData name="Le Ly Van" userId="04ce42cc31d43417" providerId="LiveId" clId="{32F4B039-FB8E-4CBD-8197-A24EA95E64D4}" dt="2026-09-25T16:07:41.891" v="254" actId="700"/>
          <ac:spMkLst>
            <pc:docMk/>
            <pc:sldMk cId="2792653356" sldId="258"/>
            <ac:spMk id="2" creationId="{C9C7A34B-5F95-2EA7-8225-3601D863F108}"/>
          </ac:spMkLst>
        </pc:spChg>
        <pc:spChg chg="mod ord">
          <ac:chgData name="Le Ly Van" userId="04ce42cc31d43417" providerId="LiveId" clId="{32F4B039-FB8E-4CBD-8197-A24EA95E64D4}" dt="2026-09-25T16:07:41.891" v="254" actId="700"/>
          <ac:spMkLst>
            <pc:docMk/>
            <pc:sldMk cId="2792653356" sldId="258"/>
            <ac:spMk id="3" creationId="{C362953F-25BE-2797-4886-B36952FF5949}"/>
          </ac:spMkLst>
        </pc:spChg>
        <pc:spChg chg="del mod">
          <ac:chgData name="Le Ly Van" userId="04ce42cc31d43417" providerId="LiveId" clId="{32F4B039-FB8E-4CBD-8197-A24EA95E64D4}" dt="2026-09-25T16:08:06.893" v="262"/>
          <ac:spMkLst>
            <pc:docMk/>
            <pc:sldMk cId="2792653356" sldId="258"/>
            <ac:spMk id="4" creationId="{428D2036-D2F6-D30E-3AB5-EA974B4B4CBC}"/>
          </ac:spMkLst>
        </pc:spChg>
        <pc:spChg chg="add mod ord">
          <ac:chgData name="Le Ly Van" userId="04ce42cc31d43417" providerId="LiveId" clId="{32F4B039-FB8E-4CBD-8197-A24EA95E64D4}" dt="2026-09-25T16:07:53.481" v="256"/>
          <ac:spMkLst>
            <pc:docMk/>
            <pc:sldMk cId="2792653356" sldId="258"/>
            <ac:spMk id="5" creationId="{8A8FAD74-EB7A-1B20-F588-74D1F957177D}"/>
          </ac:spMkLst>
        </pc:spChg>
        <pc:spChg chg="add mod ord">
          <ac:chgData name="Le Ly Van" userId="04ce42cc31d43417" providerId="LiveId" clId="{32F4B039-FB8E-4CBD-8197-A24EA95E64D4}" dt="2026-09-25T16:08:21.331" v="271" actId="5793"/>
          <ac:spMkLst>
            <pc:docMk/>
            <pc:sldMk cId="2792653356" sldId="258"/>
            <ac:spMk id="6" creationId="{7FA0366C-44FB-ECBD-A709-607F4C283601}"/>
          </ac:spMkLst>
        </pc:spChg>
        <pc:spChg chg="del mod">
          <ac:chgData name="Le Ly Van" userId="04ce42cc31d43417" providerId="LiveId" clId="{32F4B039-FB8E-4CBD-8197-A24EA95E64D4}" dt="2026-09-25T16:08:06.893" v="264"/>
          <ac:spMkLst>
            <pc:docMk/>
            <pc:sldMk cId="2792653356" sldId="258"/>
            <ac:spMk id="7" creationId="{398F1474-865A-4647-2F82-AE5A28D15A5D}"/>
          </ac:spMkLst>
        </pc:spChg>
      </pc:sldChg>
      <pc:sldChg chg="addSp delSp modSp mod modClrScheme chgLayout">
        <pc:chgData name="Le Ly Van" userId="04ce42cc31d43417" providerId="LiveId" clId="{32F4B039-FB8E-4CBD-8197-A24EA95E64D4}" dt="2026-09-25T16:13:32.834" v="331" actId="27636"/>
        <pc:sldMkLst>
          <pc:docMk/>
          <pc:sldMk cId="3080844701" sldId="259"/>
        </pc:sldMkLst>
        <pc:spChg chg="mod ord">
          <ac:chgData name="Le Ly Van" userId="04ce42cc31d43417" providerId="LiveId" clId="{32F4B039-FB8E-4CBD-8197-A24EA95E64D4}" dt="2026-09-25T16:08:31.122" v="272" actId="700"/>
          <ac:spMkLst>
            <pc:docMk/>
            <pc:sldMk cId="3080844701" sldId="259"/>
            <ac:spMk id="2" creationId="{E3AFF124-71C0-D679-E9C2-FA7E4AE0932A}"/>
          </ac:spMkLst>
        </pc:spChg>
        <pc:spChg chg="mod ord">
          <ac:chgData name="Le Ly Van" userId="04ce42cc31d43417" providerId="LiveId" clId="{32F4B039-FB8E-4CBD-8197-A24EA95E64D4}" dt="2026-09-25T16:08:31.122" v="272" actId="700"/>
          <ac:spMkLst>
            <pc:docMk/>
            <pc:sldMk cId="3080844701" sldId="259"/>
            <ac:spMk id="3" creationId="{74331A25-9986-6CCA-B264-F8E12F5582A2}"/>
          </ac:spMkLst>
        </pc:spChg>
        <pc:spChg chg="del mod">
          <ac:chgData name="Le Ly Van" userId="04ce42cc31d43417" providerId="LiveId" clId="{32F4B039-FB8E-4CBD-8197-A24EA95E64D4}" dt="2026-09-25T16:08:51.611" v="280"/>
          <ac:spMkLst>
            <pc:docMk/>
            <pc:sldMk cId="3080844701" sldId="259"/>
            <ac:spMk id="4" creationId="{45BB2270-3EA7-9DC9-78CD-5D77DB76B52A}"/>
          </ac:spMkLst>
        </pc:spChg>
        <pc:spChg chg="add mod ord">
          <ac:chgData name="Le Ly Van" userId="04ce42cc31d43417" providerId="LiveId" clId="{32F4B039-FB8E-4CBD-8197-A24EA95E64D4}" dt="2026-09-25T16:08:37.001" v="274"/>
          <ac:spMkLst>
            <pc:docMk/>
            <pc:sldMk cId="3080844701" sldId="259"/>
            <ac:spMk id="5" creationId="{3C206DC4-B561-585D-2444-1AFF6BEC6270}"/>
          </ac:spMkLst>
        </pc:spChg>
        <pc:spChg chg="del mod">
          <ac:chgData name="Le Ly Van" userId="04ce42cc31d43417" providerId="LiveId" clId="{32F4B039-FB8E-4CBD-8197-A24EA95E64D4}" dt="2026-09-25T16:08:51.611" v="282"/>
          <ac:spMkLst>
            <pc:docMk/>
            <pc:sldMk cId="3080844701" sldId="259"/>
            <ac:spMk id="6" creationId="{37353F54-191C-84E0-E180-F5D6D6B69167}"/>
          </ac:spMkLst>
        </pc:spChg>
        <pc:spChg chg="add mod ord">
          <ac:chgData name="Le Ly Van" userId="04ce42cc31d43417" providerId="LiveId" clId="{32F4B039-FB8E-4CBD-8197-A24EA95E64D4}" dt="2026-09-25T16:13:32.834" v="331" actId="27636"/>
          <ac:spMkLst>
            <pc:docMk/>
            <pc:sldMk cId="3080844701" sldId="259"/>
            <ac:spMk id="7" creationId="{81EFBEFA-D664-E2BF-A42E-07A43943C142}"/>
          </ac:spMkLst>
        </pc:spChg>
      </pc:sldChg>
      <pc:sldChg chg="addSp delSp modSp mod modClrScheme chgLayout">
        <pc:chgData name="Le Ly Van" userId="04ce42cc31d43417" providerId="LiveId" clId="{32F4B039-FB8E-4CBD-8197-A24EA95E64D4}" dt="2026-09-25T16:13:39.300" v="333" actId="27636"/>
        <pc:sldMkLst>
          <pc:docMk/>
          <pc:sldMk cId="2813294213" sldId="260"/>
        </pc:sldMkLst>
        <pc:spChg chg="mod ord">
          <ac:chgData name="Le Ly Van" userId="04ce42cc31d43417" providerId="LiveId" clId="{32F4B039-FB8E-4CBD-8197-A24EA95E64D4}" dt="2026-09-25T16:09:01.741" v="283" actId="700"/>
          <ac:spMkLst>
            <pc:docMk/>
            <pc:sldMk cId="2813294213" sldId="260"/>
            <ac:spMk id="2" creationId="{A407E3DF-5256-2550-DB06-9CABFEAABCB5}"/>
          </ac:spMkLst>
        </pc:spChg>
        <pc:spChg chg="mod ord">
          <ac:chgData name="Le Ly Van" userId="04ce42cc31d43417" providerId="LiveId" clId="{32F4B039-FB8E-4CBD-8197-A24EA95E64D4}" dt="2026-09-25T16:09:01.741" v="283" actId="700"/>
          <ac:spMkLst>
            <pc:docMk/>
            <pc:sldMk cId="2813294213" sldId="260"/>
            <ac:spMk id="3" creationId="{0D175D43-8082-571D-6E7B-74C8856B553F}"/>
          </ac:spMkLst>
        </pc:spChg>
        <pc:spChg chg="del">
          <ac:chgData name="Le Ly Van" userId="04ce42cc31d43417" providerId="LiveId" clId="{32F4B039-FB8E-4CBD-8197-A24EA95E64D4}" dt="2026-09-25T16:09:08.421" v="285" actId="478"/>
          <ac:spMkLst>
            <pc:docMk/>
            <pc:sldMk cId="2813294213" sldId="260"/>
            <ac:spMk id="4" creationId="{841D6017-4951-F4ED-2651-A98163A3682D}"/>
          </ac:spMkLst>
        </pc:spChg>
        <pc:spChg chg="add mod ord">
          <ac:chgData name="Le Ly Van" userId="04ce42cc31d43417" providerId="LiveId" clId="{32F4B039-FB8E-4CBD-8197-A24EA95E64D4}" dt="2026-09-25T16:09:07.019" v="284"/>
          <ac:spMkLst>
            <pc:docMk/>
            <pc:sldMk cId="2813294213" sldId="260"/>
            <ac:spMk id="5" creationId="{C0A6A07B-B159-2BBC-EA6A-55C8D7F2DE28}"/>
          </ac:spMkLst>
        </pc:spChg>
        <pc:spChg chg="del mod">
          <ac:chgData name="Le Ly Van" userId="04ce42cc31d43417" providerId="LiveId" clId="{32F4B039-FB8E-4CBD-8197-A24EA95E64D4}" dt="2026-09-25T16:09:20.446" v="292"/>
          <ac:spMkLst>
            <pc:docMk/>
            <pc:sldMk cId="2813294213" sldId="260"/>
            <ac:spMk id="6" creationId="{A82CBC15-F71C-65BC-5F7D-F2D6C3E60880}"/>
          </ac:spMkLst>
        </pc:spChg>
        <pc:spChg chg="add mod ord">
          <ac:chgData name="Le Ly Van" userId="04ce42cc31d43417" providerId="LiveId" clId="{32F4B039-FB8E-4CBD-8197-A24EA95E64D4}" dt="2026-09-25T16:13:39.300" v="333" actId="27636"/>
          <ac:spMkLst>
            <pc:docMk/>
            <pc:sldMk cId="2813294213" sldId="260"/>
            <ac:spMk id="7" creationId="{429767EA-DC9F-0C8A-9C0D-9EC5FCBBB034}"/>
          </ac:spMkLst>
        </pc:spChg>
      </pc:sldChg>
      <pc:sldChg chg="addSp delSp modSp mod modClrScheme chgLayout">
        <pc:chgData name="Le Ly Van" userId="04ce42cc31d43417" providerId="LiveId" clId="{32F4B039-FB8E-4CBD-8197-A24EA95E64D4}" dt="2026-09-25T16:13:51.928" v="339" actId="27636"/>
        <pc:sldMkLst>
          <pc:docMk/>
          <pc:sldMk cId="609507932" sldId="261"/>
        </pc:sldMkLst>
        <pc:spChg chg="mod ord">
          <ac:chgData name="Le Ly Van" userId="04ce42cc31d43417" providerId="LiveId" clId="{32F4B039-FB8E-4CBD-8197-A24EA95E64D4}" dt="2026-09-25T16:09:27.526" v="293" actId="700"/>
          <ac:spMkLst>
            <pc:docMk/>
            <pc:sldMk cId="609507932" sldId="261"/>
            <ac:spMk id="2" creationId="{5FCBABF5-552A-CCDB-8E59-F7063C5D3658}"/>
          </ac:spMkLst>
        </pc:spChg>
        <pc:spChg chg="mod ord">
          <ac:chgData name="Le Ly Van" userId="04ce42cc31d43417" providerId="LiveId" clId="{32F4B039-FB8E-4CBD-8197-A24EA95E64D4}" dt="2026-09-25T16:09:27.526" v="293" actId="700"/>
          <ac:spMkLst>
            <pc:docMk/>
            <pc:sldMk cId="609507932" sldId="261"/>
            <ac:spMk id="3" creationId="{E5084C7B-C9E4-930D-8784-44C893E8020E}"/>
          </ac:spMkLst>
        </pc:spChg>
        <pc:spChg chg="del mod">
          <ac:chgData name="Le Ly Van" userId="04ce42cc31d43417" providerId="LiveId" clId="{32F4B039-FB8E-4CBD-8197-A24EA95E64D4}" dt="2026-09-25T16:09:58.624" v="307"/>
          <ac:spMkLst>
            <pc:docMk/>
            <pc:sldMk cId="609507932" sldId="261"/>
            <ac:spMk id="4" creationId="{ABDAC788-87D2-6FC4-4FF5-DE4F881112B4}"/>
          </ac:spMkLst>
        </pc:spChg>
        <pc:spChg chg="add mod ord">
          <ac:chgData name="Le Ly Van" userId="04ce42cc31d43417" providerId="LiveId" clId="{32F4B039-FB8E-4CBD-8197-A24EA95E64D4}" dt="2026-09-25T16:09:35.615" v="296"/>
          <ac:spMkLst>
            <pc:docMk/>
            <pc:sldMk cId="609507932" sldId="261"/>
            <ac:spMk id="5" creationId="{1BE6F2E5-544D-C50F-33BD-ECB0027AD568}"/>
          </ac:spMkLst>
        </pc:spChg>
        <pc:spChg chg="del mod">
          <ac:chgData name="Le Ly Van" userId="04ce42cc31d43417" providerId="LiveId" clId="{32F4B039-FB8E-4CBD-8197-A24EA95E64D4}" dt="2026-09-25T16:09:58.626" v="309"/>
          <ac:spMkLst>
            <pc:docMk/>
            <pc:sldMk cId="609507932" sldId="261"/>
            <ac:spMk id="6" creationId="{6965E64B-57DD-F75C-6219-3E95681713A8}"/>
          </ac:spMkLst>
        </pc:spChg>
        <pc:spChg chg="add mod ord">
          <ac:chgData name="Le Ly Van" userId="04ce42cc31d43417" providerId="LiveId" clId="{32F4B039-FB8E-4CBD-8197-A24EA95E64D4}" dt="2026-09-25T16:13:51.928" v="339" actId="27636"/>
          <ac:spMkLst>
            <pc:docMk/>
            <pc:sldMk cId="609507932" sldId="261"/>
            <ac:spMk id="7" creationId="{F749394E-03C2-50ED-5439-78D4331507E7}"/>
          </ac:spMkLst>
        </pc:spChg>
      </pc:sldChg>
      <pc:sldChg chg="addSp delSp modSp mod modClrScheme chgLayout">
        <pc:chgData name="Le Ly Van" userId="04ce42cc31d43417" providerId="LiveId" clId="{32F4B039-FB8E-4CBD-8197-A24EA95E64D4}" dt="2026-09-25T16:16:44.557" v="388" actId="5793"/>
        <pc:sldMkLst>
          <pc:docMk/>
          <pc:sldMk cId="1954493633" sldId="262"/>
        </pc:sldMkLst>
        <pc:spChg chg="mod ord">
          <ac:chgData name="Le Ly Van" userId="04ce42cc31d43417" providerId="LiveId" clId="{32F4B039-FB8E-4CBD-8197-A24EA95E64D4}" dt="2026-09-25T16:14:32.697" v="340" actId="700"/>
          <ac:spMkLst>
            <pc:docMk/>
            <pc:sldMk cId="1954493633" sldId="262"/>
            <ac:spMk id="2" creationId="{21968612-DC99-E1D7-FAEF-FF73481706F0}"/>
          </ac:spMkLst>
        </pc:spChg>
        <pc:spChg chg="mod ord">
          <ac:chgData name="Le Ly Van" userId="04ce42cc31d43417" providerId="LiveId" clId="{32F4B039-FB8E-4CBD-8197-A24EA95E64D4}" dt="2026-09-25T16:14:32.697" v="340" actId="700"/>
          <ac:spMkLst>
            <pc:docMk/>
            <pc:sldMk cId="1954493633" sldId="262"/>
            <ac:spMk id="3" creationId="{69BF7F6A-6ECC-433D-D718-D356564A81FE}"/>
          </ac:spMkLst>
        </pc:spChg>
        <pc:spChg chg="del mod">
          <ac:chgData name="Le Ly Van" userId="04ce42cc31d43417" providerId="LiveId" clId="{32F4B039-FB8E-4CBD-8197-A24EA95E64D4}" dt="2026-09-25T16:14:42.582" v="345"/>
          <ac:spMkLst>
            <pc:docMk/>
            <pc:sldMk cId="1954493633" sldId="262"/>
            <ac:spMk id="4" creationId="{D12494B3-03DB-2A78-C5A1-617C93A707F1}"/>
          </ac:spMkLst>
        </pc:spChg>
        <pc:spChg chg="add mod ord">
          <ac:chgData name="Le Ly Van" userId="04ce42cc31d43417" providerId="LiveId" clId="{32F4B039-FB8E-4CBD-8197-A24EA95E64D4}" dt="2026-09-25T16:14:41.067" v="343"/>
          <ac:spMkLst>
            <pc:docMk/>
            <pc:sldMk cId="1954493633" sldId="262"/>
            <ac:spMk id="5" creationId="{6CF4CEA7-E1F5-F503-D339-9D8915CE5E91}"/>
          </ac:spMkLst>
        </pc:spChg>
        <pc:spChg chg="del mod">
          <ac:chgData name="Le Ly Van" userId="04ce42cc31d43417" providerId="LiveId" clId="{32F4B039-FB8E-4CBD-8197-A24EA95E64D4}" dt="2026-09-25T16:15:27.157" v="362"/>
          <ac:spMkLst>
            <pc:docMk/>
            <pc:sldMk cId="1954493633" sldId="262"/>
            <ac:spMk id="6" creationId="{78E2AA35-0A64-306C-20BF-C40F0EF2C311}"/>
          </ac:spMkLst>
        </pc:spChg>
        <pc:spChg chg="add mod ord">
          <ac:chgData name="Le Ly Van" userId="04ce42cc31d43417" providerId="LiveId" clId="{32F4B039-FB8E-4CBD-8197-A24EA95E64D4}" dt="2026-09-25T16:16:44.557" v="388" actId="5793"/>
          <ac:spMkLst>
            <pc:docMk/>
            <pc:sldMk cId="1954493633" sldId="262"/>
            <ac:spMk id="7" creationId="{300FC51A-42FE-8AC3-4D95-0082C6A1532F}"/>
          </ac:spMkLst>
        </pc:spChg>
      </pc:sldChg>
      <pc:sldChg chg="addSp delSp modSp mod modClrScheme chgLayout">
        <pc:chgData name="Le Ly Van" userId="04ce42cc31d43417" providerId="LiveId" clId="{32F4B039-FB8E-4CBD-8197-A24EA95E64D4}" dt="2026-09-25T16:18:06.522" v="444"/>
        <pc:sldMkLst>
          <pc:docMk/>
          <pc:sldMk cId="3349458996" sldId="263"/>
        </pc:sldMkLst>
        <pc:spChg chg="mod ord">
          <ac:chgData name="Le Ly Van" userId="04ce42cc31d43417" providerId="LiveId" clId="{32F4B039-FB8E-4CBD-8197-A24EA95E64D4}" dt="2026-09-25T16:16:52.971" v="389" actId="700"/>
          <ac:spMkLst>
            <pc:docMk/>
            <pc:sldMk cId="3349458996" sldId="263"/>
            <ac:spMk id="2" creationId="{9F95119E-A1B8-8E9A-5AD9-FF92840C61B3}"/>
          </ac:spMkLst>
        </pc:spChg>
        <pc:spChg chg="mod ord">
          <ac:chgData name="Le Ly Van" userId="04ce42cc31d43417" providerId="LiveId" clId="{32F4B039-FB8E-4CBD-8197-A24EA95E64D4}" dt="2026-09-25T16:16:52.971" v="389" actId="700"/>
          <ac:spMkLst>
            <pc:docMk/>
            <pc:sldMk cId="3349458996" sldId="263"/>
            <ac:spMk id="3" creationId="{ED3110E3-A572-D370-5CB2-75962B58E996}"/>
          </ac:spMkLst>
        </pc:spChg>
        <pc:spChg chg="mod">
          <ac:chgData name="Le Ly Van" userId="04ce42cc31d43417" providerId="LiveId" clId="{32F4B039-FB8E-4CBD-8197-A24EA95E64D4}" dt="2026-09-25T16:17:01.860" v="417" actId="20577"/>
          <ac:spMkLst>
            <pc:docMk/>
            <pc:sldMk cId="3349458996" sldId="263"/>
            <ac:spMk id="4" creationId="{C2ECDFC6-EDB2-7593-CB81-A5B3FF9E7B2C}"/>
          </ac:spMkLst>
        </pc:spChg>
        <pc:spChg chg="add mod ord">
          <ac:chgData name="Le Ly Van" userId="04ce42cc31d43417" providerId="LiveId" clId="{32F4B039-FB8E-4CBD-8197-A24EA95E64D4}" dt="2026-09-25T16:16:58.346" v="390"/>
          <ac:spMkLst>
            <pc:docMk/>
            <pc:sldMk cId="3349458996" sldId="263"/>
            <ac:spMk id="5" creationId="{29A92332-44BC-4657-9BA7-73471A1995A9}"/>
          </ac:spMkLst>
        </pc:spChg>
        <pc:spChg chg="del mod">
          <ac:chgData name="Le Ly Van" userId="04ce42cc31d43417" providerId="LiveId" clId="{32F4B039-FB8E-4CBD-8197-A24EA95E64D4}" dt="2026-09-25T16:18:06.522" v="444"/>
          <ac:spMkLst>
            <pc:docMk/>
            <pc:sldMk cId="3349458996" sldId="263"/>
            <ac:spMk id="6" creationId="{CBC5A8E3-75D2-79A9-5E5A-920DF2A3BFFA}"/>
          </ac:spMkLst>
        </pc:spChg>
        <pc:spChg chg="add mod ord">
          <ac:chgData name="Le Ly Van" userId="04ce42cc31d43417" providerId="LiveId" clId="{32F4B039-FB8E-4CBD-8197-A24EA95E64D4}" dt="2026-09-25T16:18:04.439" v="442" actId="20577"/>
          <ac:spMkLst>
            <pc:docMk/>
            <pc:sldMk cId="3349458996" sldId="263"/>
            <ac:spMk id="7" creationId="{55A6626E-7519-68A5-611C-5F22082BE52C}"/>
          </ac:spMkLst>
        </pc:spChg>
      </pc:sldChg>
      <pc:sldChg chg="addSp delSp modSp mod modClrScheme chgLayout">
        <pc:chgData name="Le Ly Van" userId="04ce42cc31d43417" providerId="LiveId" clId="{32F4B039-FB8E-4CBD-8197-A24EA95E64D4}" dt="2026-09-25T16:19:24.150" v="472"/>
        <pc:sldMkLst>
          <pc:docMk/>
          <pc:sldMk cId="2281478612" sldId="264"/>
        </pc:sldMkLst>
        <pc:spChg chg="mod ord">
          <ac:chgData name="Le Ly Van" userId="04ce42cc31d43417" providerId="LiveId" clId="{32F4B039-FB8E-4CBD-8197-A24EA95E64D4}" dt="2026-09-25T16:18:11.407" v="445" actId="700"/>
          <ac:spMkLst>
            <pc:docMk/>
            <pc:sldMk cId="2281478612" sldId="264"/>
            <ac:spMk id="2" creationId="{B06C38DA-4B08-2D3B-8585-0BD6E1780C0D}"/>
          </ac:spMkLst>
        </pc:spChg>
        <pc:spChg chg="mod ord">
          <ac:chgData name="Le Ly Van" userId="04ce42cc31d43417" providerId="LiveId" clId="{32F4B039-FB8E-4CBD-8197-A24EA95E64D4}" dt="2026-09-25T16:18:11.407" v="445" actId="700"/>
          <ac:spMkLst>
            <pc:docMk/>
            <pc:sldMk cId="2281478612" sldId="264"/>
            <ac:spMk id="3" creationId="{A2789F5A-288A-F8B2-A0A6-352035101B42}"/>
          </ac:spMkLst>
        </pc:spChg>
        <pc:spChg chg="del mod">
          <ac:chgData name="Le Ly Van" userId="04ce42cc31d43417" providerId="LiveId" clId="{32F4B039-FB8E-4CBD-8197-A24EA95E64D4}" dt="2026-09-25T16:19:24.150" v="470"/>
          <ac:spMkLst>
            <pc:docMk/>
            <pc:sldMk cId="2281478612" sldId="264"/>
            <ac:spMk id="4" creationId="{6BF8DFA5-1CA9-2F7B-08AE-9CB7CD7505AE}"/>
          </ac:spMkLst>
        </pc:spChg>
        <pc:spChg chg="add mod ord">
          <ac:chgData name="Le Ly Van" userId="04ce42cc31d43417" providerId="LiveId" clId="{32F4B039-FB8E-4CBD-8197-A24EA95E64D4}" dt="2026-09-25T16:18:17.807" v="447"/>
          <ac:spMkLst>
            <pc:docMk/>
            <pc:sldMk cId="2281478612" sldId="264"/>
            <ac:spMk id="5" creationId="{29F446AD-23FC-6EE9-B94C-B410FBD2BEE4}"/>
          </ac:spMkLst>
        </pc:spChg>
        <pc:spChg chg="add mod ord">
          <ac:chgData name="Le Ly Van" userId="04ce42cc31d43417" providerId="LiveId" clId="{32F4B039-FB8E-4CBD-8197-A24EA95E64D4}" dt="2026-09-25T16:19:22.709" v="468" actId="27636"/>
          <ac:spMkLst>
            <pc:docMk/>
            <pc:sldMk cId="2281478612" sldId="264"/>
            <ac:spMk id="6" creationId="{41EE209F-9A23-F7BA-83EE-8BA51CEBED76}"/>
          </ac:spMkLst>
        </pc:spChg>
        <pc:spChg chg="del mod">
          <ac:chgData name="Le Ly Van" userId="04ce42cc31d43417" providerId="LiveId" clId="{32F4B039-FB8E-4CBD-8197-A24EA95E64D4}" dt="2026-09-25T16:19:24.150" v="472"/>
          <ac:spMkLst>
            <pc:docMk/>
            <pc:sldMk cId="2281478612" sldId="264"/>
            <ac:spMk id="8" creationId="{44DDB297-5B64-E078-B212-375FF499CA50}"/>
          </ac:spMkLst>
        </pc:spChg>
      </pc:sldChg>
      <pc:sldChg chg="addSp delSp modSp mod modClrScheme chgLayout">
        <pc:chgData name="Le Ly Van" userId="04ce42cc31d43417" providerId="LiveId" clId="{32F4B039-FB8E-4CBD-8197-A24EA95E64D4}" dt="2026-09-25T16:20:30.916" v="495" actId="27636"/>
        <pc:sldMkLst>
          <pc:docMk/>
          <pc:sldMk cId="3630840351" sldId="266"/>
        </pc:sldMkLst>
        <pc:spChg chg="mod ord">
          <ac:chgData name="Le Ly Van" userId="04ce42cc31d43417" providerId="LiveId" clId="{32F4B039-FB8E-4CBD-8197-A24EA95E64D4}" dt="2026-09-25T16:19:37.966" v="473" actId="700"/>
          <ac:spMkLst>
            <pc:docMk/>
            <pc:sldMk cId="3630840351" sldId="266"/>
            <ac:spMk id="2" creationId="{4B8EC31C-D426-9355-73D0-21A3B8AAAE9E}"/>
          </ac:spMkLst>
        </pc:spChg>
        <pc:spChg chg="mod ord">
          <ac:chgData name="Le Ly Van" userId="04ce42cc31d43417" providerId="LiveId" clId="{32F4B039-FB8E-4CBD-8197-A24EA95E64D4}" dt="2026-09-25T16:19:37.966" v="473" actId="700"/>
          <ac:spMkLst>
            <pc:docMk/>
            <pc:sldMk cId="3630840351" sldId="266"/>
            <ac:spMk id="3" creationId="{5B789A67-979B-1267-462C-0D9BB4C1CA7D}"/>
          </ac:spMkLst>
        </pc:spChg>
        <pc:spChg chg="del mod">
          <ac:chgData name="Le Ly Van" userId="04ce42cc31d43417" providerId="LiveId" clId="{32F4B039-FB8E-4CBD-8197-A24EA95E64D4}" dt="2026-09-25T16:19:46.146" v="476" actId="478"/>
          <ac:spMkLst>
            <pc:docMk/>
            <pc:sldMk cId="3630840351" sldId="266"/>
            <ac:spMk id="4" creationId="{3200B1EF-5E6E-E830-57FD-9A79377AACF8}"/>
          </ac:spMkLst>
        </pc:spChg>
        <pc:spChg chg="add mod ord">
          <ac:chgData name="Le Ly Van" userId="04ce42cc31d43417" providerId="LiveId" clId="{32F4B039-FB8E-4CBD-8197-A24EA95E64D4}" dt="2026-09-25T16:19:42.709" v="474"/>
          <ac:spMkLst>
            <pc:docMk/>
            <pc:sldMk cId="3630840351" sldId="266"/>
            <ac:spMk id="5" creationId="{FFD0A50B-5895-2309-49F7-D42C371BAE0D}"/>
          </ac:spMkLst>
        </pc:spChg>
        <pc:spChg chg="del mod">
          <ac:chgData name="Le Ly Van" userId="04ce42cc31d43417" providerId="LiveId" clId="{32F4B039-FB8E-4CBD-8197-A24EA95E64D4}" dt="2026-09-25T16:20:16.086" v="488"/>
          <ac:spMkLst>
            <pc:docMk/>
            <pc:sldMk cId="3630840351" sldId="266"/>
            <ac:spMk id="6" creationId="{CF4C7E38-C1CB-E8AA-6F11-F7E9C36E8B9F}"/>
          </ac:spMkLst>
        </pc:spChg>
        <pc:spChg chg="add mod ord">
          <ac:chgData name="Le Ly Van" userId="04ce42cc31d43417" providerId="LiveId" clId="{32F4B039-FB8E-4CBD-8197-A24EA95E64D4}" dt="2026-09-25T16:20:30.916" v="495" actId="27636"/>
          <ac:spMkLst>
            <pc:docMk/>
            <pc:sldMk cId="3630840351" sldId="266"/>
            <ac:spMk id="7" creationId="{EFD01A10-41C3-3F0B-BC0B-6B4FD6950978}"/>
          </ac:spMkLst>
        </pc:spChg>
      </pc:sldChg>
      <pc:sldChg chg="addSp delSp modSp mod modClrScheme chgLayout">
        <pc:chgData name="Le Ly Van" userId="04ce42cc31d43417" providerId="LiveId" clId="{32F4B039-FB8E-4CBD-8197-A24EA95E64D4}" dt="2026-09-25T16:31:44.105" v="657" actId="207"/>
        <pc:sldMkLst>
          <pc:docMk/>
          <pc:sldMk cId="804986742" sldId="267"/>
        </pc:sldMkLst>
        <pc:spChg chg="mod ord">
          <ac:chgData name="Le Ly Van" userId="04ce42cc31d43417" providerId="LiveId" clId="{32F4B039-FB8E-4CBD-8197-A24EA95E64D4}" dt="2026-09-25T16:20:42.459" v="496" actId="700"/>
          <ac:spMkLst>
            <pc:docMk/>
            <pc:sldMk cId="804986742" sldId="267"/>
            <ac:spMk id="2" creationId="{CA68C04E-9E30-EEF5-5E81-B4B4C63A037E}"/>
          </ac:spMkLst>
        </pc:spChg>
        <pc:spChg chg="mod ord">
          <ac:chgData name="Le Ly Van" userId="04ce42cc31d43417" providerId="LiveId" clId="{32F4B039-FB8E-4CBD-8197-A24EA95E64D4}" dt="2026-09-25T16:20:42.459" v="496" actId="700"/>
          <ac:spMkLst>
            <pc:docMk/>
            <pc:sldMk cId="804986742" sldId="267"/>
            <ac:spMk id="3" creationId="{C1FFCD26-73F7-6817-E93A-0877369A423F}"/>
          </ac:spMkLst>
        </pc:spChg>
        <pc:spChg chg="del">
          <ac:chgData name="Le Ly Van" userId="04ce42cc31d43417" providerId="LiveId" clId="{32F4B039-FB8E-4CBD-8197-A24EA95E64D4}" dt="2026-09-25T16:20:49.256" v="498" actId="478"/>
          <ac:spMkLst>
            <pc:docMk/>
            <pc:sldMk cId="804986742" sldId="267"/>
            <ac:spMk id="4" creationId="{EA89C0CC-1BA1-2AA2-3C39-54CB5064BA8E}"/>
          </ac:spMkLst>
        </pc:spChg>
        <pc:spChg chg="add mod ord">
          <ac:chgData name="Le Ly Van" userId="04ce42cc31d43417" providerId="LiveId" clId="{32F4B039-FB8E-4CBD-8197-A24EA95E64D4}" dt="2026-09-25T16:20:47.400" v="497"/>
          <ac:spMkLst>
            <pc:docMk/>
            <pc:sldMk cId="804986742" sldId="267"/>
            <ac:spMk id="5" creationId="{2BF0B69F-857C-43C2-75F8-AC016C978261}"/>
          </ac:spMkLst>
        </pc:spChg>
        <pc:spChg chg="del mod">
          <ac:chgData name="Le Ly Van" userId="04ce42cc31d43417" providerId="LiveId" clId="{32F4B039-FB8E-4CBD-8197-A24EA95E64D4}" dt="2026-09-25T16:21:22.366" v="513"/>
          <ac:spMkLst>
            <pc:docMk/>
            <pc:sldMk cId="804986742" sldId="267"/>
            <ac:spMk id="6" creationId="{B4340DF5-0312-3273-079F-F9EDFC6F2721}"/>
          </ac:spMkLst>
        </pc:spChg>
        <pc:spChg chg="add mod ord">
          <ac:chgData name="Le Ly Van" userId="04ce42cc31d43417" providerId="LiveId" clId="{32F4B039-FB8E-4CBD-8197-A24EA95E64D4}" dt="2026-09-25T16:31:44.105" v="657" actId="207"/>
          <ac:spMkLst>
            <pc:docMk/>
            <pc:sldMk cId="804986742" sldId="267"/>
            <ac:spMk id="7" creationId="{890B8856-4EAF-0C7B-D740-41345D578F21}"/>
          </ac:spMkLst>
        </pc:spChg>
      </pc:sldChg>
      <pc:sldChg chg="addSp delSp modSp mod modClrScheme chgLayout">
        <pc:chgData name="Le Ly Van" userId="04ce42cc31d43417" providerId="LiveId" clId="{32F4B039-FB8E-4CBD-8197-A24EA95E64D4}" dt="2026-09-25T16:31:31.832" v="656" actId="20577"/>
        <pc:sldMkLst>
          <pc:docMk/>
          <pc:sldMk cId="1135202534" sldId="268"/>
        </pc:sldMkLst>
        <pc:spChg chg="mod ord">
          <ac:chgData name="Le Ly Van" userId="04ce42cc31d43417" providerId="LiveId" clId="{32F4B039-FB8E-4CBD-8197-A24EA95E64D4}" dt="2026-09-25T16:21:39.792" v="514" actId="700"/>
          <ac:spMkLst>
            <pc:docMk/>
            <pc:sldMk cId="1135202534" sldId="268"/>
            <ac:spMk id="2" creationId="{C0BA59C2-D81A-002D-4D6F-FCFF0B84A645}"/>
          </ac:spMkLst>
        </pc:spChg>
        <pc:spChg chg="mod ord">
          <ac:chgData name="Le Ly Van" userId="04ce42cc31d43417" providerId="LiveId" clId="{32F4B039-FB8E-4CBD-8197-A24EA95E64D4}" dt="2026-09-25T16:21:39.792" v="514" actId="700"/>
          <ac:spMkLst>
            <pc:docMk/>
            <pc:sldMk cId="1135202534" sldId="268"/>
            <ac:spMk id="3" creationId="{5BEE7172-FA52-D828-B07F-0EE2AAEBEA65}"/>
          </ac:spMkLst>
        </pc:spChg>
        <pc:spChg chg="del">
          <ac:chgData name="Le Ly Van" userId="04ce42cc31d43417" providerId="LiveId" clId="{32F4B039-FB8E-4CBD-8197-A24EA95E64D4}" dt="2026-09-25T16:21:46.296" v="516" actId="478"/>
          <ac:spMkLst>
            <pc:docMk/>
            <pc:sldMk cId="1135202534" sldId="268"/>
            <ac:spMk id="4" creationId="{25C83E03-B66A-32DD-8C2D-1D81307AD582}"/>
          </ac:spMkLst>
        </pc:spChg>
        <pc:spChg chg="add mod ord">
          <ac:chgData name="Le Ly Van" userId="04ce42cc31d43417" providerId="LiveId" clId="{32F4B039-FB8E-4CBD-8197-A24EA95E64D4}" dt="2026-09-25T16:21:44.546" v="515"/>
          <ac:spMkLst>
            <pc:docMk/>
            <pc:sldMk cId="1135202534" sldId="268"/>
            <ac:spMk id="5" creationId="{C075EFA6-B5BA-9A5A-2121-070B6EAE6FA1}"/>
          </ac:spMkLst>
        </pc:spChg>
        <pc:spChg chg="del mod">
          <ac:chgData name="Le Ly Van" userId="04ce42cc31d43417" providerId="LiveId" clId="{32F4B039-FB8E-4CBD-8197-A24EA95E64D4}" dt="2026-09-25T16:21:59.008" v="525"/>
          <ac:spMkLst>
            <pc:docMk/>
            <pc:sldMk cId="1135202534" sldId="268"/>
            <ac:spMk id="6" creationId="{EDB2394C-1D3C-1E5D-3AC2-351B8D1136D7}"/>
          </ac:spMkLst>
        </pc:spChg>
        <pc:spChg chg="add mod ord">
          <ac:chgData name="Le Ly Van" userId="04ce42cc31d43417" providerId="LiveId" clId="{32F4B039-FB8E-4CBD-8197-A24EA95E64D4}" dt="2026-09-25T16:31:31.832" v="656" actId="20577"/>
          <ac:spMkLst>
            <pc:docMk/>
            <pc:sldMk cId="1135202534" sldId="268"/>
            <ac:spMk id="7" creationId="{23FA3C5D-91D1-9DEF-04D5-A77C5BA33B32}"/>
          </ac:spMkLst>
        </pc:spChg>
      </pc:sldChg>
      <pc:sldChg chg="addSp delSp modSp mod modClrScheme chgLayout">
        <pc:chgData name="Le Ly Van" userId="04ce42cc31d43417" providerId="LiveId" clId="{32F4B039-FB8E-4CBD-8197-A24EA95E64D4}" dt="2026-09-25T16:31:18.147" v="655" actId="20577"/>
        <pc:sldMkLst>
          <pc:docMk/>
          <pc:sldMk cId="4261170184" sldId="269"/>
        </pc:sldMkLst>
        <pc:spChg chg="mod ord">
          <ac:chgData name="Le Ly Van" userId="04ce42cc31d43417" providerId="LiveId" clId="{32F4B039-FB8E-4CBD-8197-A24EA95E64D4}" dt="2026-09-25T16:22:09.384" v="526" actId="700"/>
          <ac:spMkLst>
            <pc:docMk/>
            <pc:sldMk cId="4261170184" sldId="269"/>
            <ac:spMk id="2" creationId="{0FC43E8F-CD6A-9FC2-0C94-95DD12E5A565}"/>
          </ac:spMkLst>
        </pc:spChg>
        <pc:spChg chg="mod ord">
          <ac:chgData name="Le Ly Van" userId="04ce42cc31d43417" providerId="LiveId" clId="{32F4B039-FB8E-4CBD-8197-A24EA95E64D4}" dt="2026-09-25T16:22:09.384" v="526" actId="700"/>
          <ac:spMkLst>
            <pc:docMk/>
            <pc:sldMk cId="4261170184" sldId="269"/>
            <ac:spMk id="3" creationId="{3EA21187-60EF-5E38-6401-0129729F0AB3}"/>
          </ac:spMkLst>
        </pc:spChg>
        <pc:spChg chg="del mod">
          <ac:chgData name="Le Ly Van" userId="04ce42cc31d43417" providerId="LiveId" clId="{32F4B039-FB8E-4CBD-8197-A24EA95E64D4}" dt="2026-09-25T16:22:28.138" v="537"/>
          <ac:spMkLst>
            <pc:docMk/>
            <pc:sldMk cId="4261170184" sldId="269"/>
            <ac:spMk id="4" creationId="{84774A8D-663E-AD89-7283-232D07C07204}"/>
          </ac:spMkLst>
        </pc:spChg>
        <pc:spChg chg="add mod ord">
          <ac:chgData name="Le Ly Van" userId="04ce42cc31d43417" providerId="LiveId" clId="{32F4B039-FB8E-4CBD-8197-A24EA95E64D4}" dt="2026-09-25T16:22:15.636" v="528"/>
          <ac:spMkLst>
            <pc:docMk/>
            <pc:sldMk cId="4261170184" sldId="269"/>
            <ac:spMk id="5" creationId="{BAEE964F-3261-C722-1010-F7C7602CEDB3}"/>
          </ac:spMkLst>
        </pc:spChg>
        <pc:spChg chg="del mod">
          <ac:chgData name="Le Ly Van" userId="04ce42cc31d43417" providerId="LiveId" clId="{32F4B039-FB8E-4CBD-8197-A24EA95E64D4}" dt="2026-09-25T16:22:28.142" v="539"/>
          <ac:spMkLst>
            <pc:docMk/>
            <pc:sldMk cId="4261170184" sldId="269"/>
            <ac:spMk id="6" creationId="{3FD0AD26-9395-8000-0D31-90A6B540226C}"/>
          </ac:spMkLst>
        </pc:spChg>
        <pc:spChg chg="add mod ord">
          <ac:chgData name="Le Ly Van" userId="04ce42cc31d43417" providerId="LiveId" clId="{32F4B039-FB8E-4CBD-8197-A24EA95E64D4}" dt="2026-09-25T16:31:18.147" v="655" actId="20577"/>
          <ac:spMkLst>
            <pc:docMk/>
            <pc:sldMk cId="4261170184" sldId="269"/>
            <ac:spMk id="7" creationId="{BA11A80C-916A-29E7-0E20-4E3B5FE01521}"/>
          </ac:spMkLst>
        </pc:spChg>
      </pc:sldChg>
      <pc:sldChg chg="addSp delSp modSp mod modClrScheme chgLayout">
        <pc:chgData name="Le Ly Van" userId="04ce42cc31d43417" providerId="LiveId" clId="{32F4B039-FB8E-4CBD-8197-A24EA95E64D4}" dt="2026-09-25T16:25:23.373" v="616" actId="478"/>
        <pc:sldMkLst>
          <pc:docMk/>
          <pc:sldMk cId="3335621607" sldId="270"/>
        </pc:sldMkLst>
        <pc:spChg chg="mod ord">
          <ac:chgData name="Le Ly Van" userId="04ce42cc31d43417" providerId="LiveId" clId="{32F4B039-FB8E-4CBD-8197-A24EA95E64D4}" dt="2026-09-25T16:24:36.342" v="577" actId="700"/>
          <ac:spMkLst>
            <pc:docMk/>
            <pc:sldMk cId="3335621607" sldId="270"/>
            <ac:spMk id="2" creationId="{3335FE0E-568B-C095-199A-A518CF108B66}"/>
          </ac:spMkLst>
        </pc:spChg>
        <pc:spChg chg="del mod">
          <ac:chgData name="Le Ly Van" userId="04ce42cc31d43417" providerId="LiveId" clId="{32F4B039-FB8E-4CBD-8197-A24EA95E64D4}" dt="2026-09-25T16:24:47.648" v="610"/>
          <ac:spMkLst>
            <pc:docMk/>
            <pc:sldMk cId="3335621607" sldId="270"/>
            <ac:spMk id="3" creationId="{5995B515-97EA-8365-7BAA-1F6B637A50DE}"/>
          </ac:spMkLst>
        </pc:spChg>
        <pc:spChg chg="mod ord">
          <ac:chgData name="Le Ly Van" userId="04ce42cc31d43417" providerId="LiveId" clId="{32F4B039-FB8E-4CBD-8197-A24EA95E64D4}" dt="2026-09-25T16:24:36.342" v="577" actId="700"/>
          <ac:spMkLst>
            <pc:docMk/>
            <pc:sldMk cId="3335621607" sldId="270"/>
            <ac:spMk id="4" creationId="{845B1B6C-91E6-FF4E-41B9-B37FEF14A32B}"/>
          </ac:spMkLst>
        </pc:spChg>
        <pc:spChg chg="add mod ord">
          <ac:chgData name="Le Ly Van" userId="04ce42cc31d43417" providerId="LiveId" clId="{32F4B039-FB8E-4CBD-8197-A24EA95E64D4}" dt="2026-09-25T16:24:42.985" v="579"/>
          <ac:spMkLst>
            <pc:docMk/>
            <pc:sldMk cId="3335621607" sldId="270"/>
            <ac:spMk id="5" creationId="{4C260788-FE15-8FEC-2DFD-5E79F6821896}"/>
          </ac:spMkLst>
        </pc:spChg>
        <pc:spChg chg="add del mod ord">
          <ac:chgData name="Le Ly Van" userId="04ce42cc31d43417" providerId="LiveId" clId="{32F4B039-FB8E-4CBD-8197-A24EA95E64D4}" dt="2026-09-25T16:25:23.373" v="616" actId="478"/>
          <ac:spMkLst>
            <pc:docMk/>
            <pc:sldMk cId="3335621607" sldId="270"/>
            <ac:spMk id="6" creationId="{4DAA39F9-9F67-3E32-F8CE-146B4024FB10}"/>
          </ac:spMkLst>
        </pc:spChg>
      </pc:sldChg>
      <pc:sldChg chg="del">
        <pc:chgData name="Le Ly Van" userId="04ce42cc31d43417" providerId="LiveId" clId="{32F4B039-FB8E-4CBD-8197-A24EA95E64D4}" dt="2026-09-25T16:25:29.406" v="617" actId="2696"/>
        <pc:sldMkLst>
          <pc:docMk/>
          <pc:sldMk cId="52506633" sldId="271"/>
        </pc:sldMkLst>
      </pc:sldChg>
      <pc:sldChg chg="new del">
        <pc:chgData name="Le Ly Van" userId="04ce42cc31d43417" providerId="LiveId" clId="{32F4B039-FB8E-4CBD-8197-A24EA95E64D4}" dt="2026-09-25T16:07:31.811" v="252" actId="680"/>
        <pc:sldMkLst>
          <pc:docMk/>
          <pc:sldMk cId="2529686273" sldId="272"/>
        </pc:sldMkLst>
      </pc:sldChg>
      <pc:sldMasterChg chg="modSp mod modSldLayout">
        <pc:chgData name="Le Ly Van" userId="04ce42cc31d43417" providerId="LiveId" clId="{32F4B039-FB8E-4CBD-8197-A24EA95E64D4}" dt="2026-09-25T16:28:46.768" v="628" actId="113"/>
        <pc:sldMasterMkLst>
          <pc:docMk/>
          <pc:sldMasterMk cId="0" sldId="2147483648"/>
        </pc:sldMasterMkLst>
        <pc:spChg chg="mod">
          <ac:chgData name="Le Ly Van" userId="04ce42cc31d43417" providerId="LiveId" clId="{32F4B039-FB8E-4CBD-8197-A24EA95E64D4}" dt="2026-09-25T15:59:37.930" v="77" actId="20577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Le Ly Van" userId="04ce42cc31d43417" providerId="LiveId" clId="{32F4B039-FB8E-4CBD-8197-A24EA95E64D4}" dt="2026-09-25T16:01:11.768" v="93" actId="12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Le Ly Van" userId="04ce42cc31d43417" providerId="LiveId" clId="{32F4B039-FB8E-4CBD-8197-A24EA95E64D4}" dt="2026-09-25T16:02:42.798" v="110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Le Ly Van" userId="04ce42cc31d43417" providerId="LiveId" clId="{32F4B039-FB8E-4CBD-8197-A24EA95E64D4}" dt="2026-09-25T16:26:30.360" v="620" actId="113"/>
          <ac:spMkLst>
            <pc:docMk/>
            <pc:sldMasterMk cId="0" sldId="2147483648"/>
            <ac:spMk id="6" creationId="{00000000-0000-0000-0000-000000000000}"/>
          </ac:spMkLst>
        </pc:spChg>
        <pc:picChg chg="mod">
          <ac:chgData name="Le Ly Van" userId="04ce42cc31d43417" providerId="LiveId" clId="{32F4B039-FB8E-4CBD-8197-A24EA95E64D4}" dt="2026-09-25T15:58:31.760" v="71" actId="1076"/>
          <ac:picMkLst>
            <pc:docMk/>
            <pc:sldMasterMk cId="0" sldId="2147483648"/>
            <ac:picMk id="1026" creationId="{00000000-0000-0000-0000-000000000000}"/>
          </ac:picMkLst>
        </pc:picChg>
        <pc:sldLayoutChg chg="modSp mod">
          <pc:chgData name="Le Ly Van" userId="04ce42cc31d43417" providerId="LiveId" clId="{32F4B039-FB8E-4CBD-8197-A24EA95E64D4}" dt="2026-09-25T16:01:41.618" v="95" actId="20577"/>
          <pc:sldLayoutMkLst>
            <pc:docMk/>
            <pc:sldMasterMk cId="0" sldId="2147483648"/>
            <pc:sldLayoutMk cId="0" sldId="2147483649"/>
          </pc:sldLayoutMkLst>
          <pc:spChg chg="mod">
            <ac:chgData name="Le Ly Van" userId="04ce42cc31d43417" providerId="LiveId" clId="{32F4B039-FB8E-4CBD-8197-A24EA95E64D4}" dt="2026-09-25T15:57:16.872" v="3" actId="14100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Le Ly Van" userId="04ce42cc31d43417" providerId="LiveId" clId="{32F4B039-FB8E-4CBD-8197-A24EA95E64D4}" dt="2026-09-25T16:01:41.618" v="95" actId="20577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 mod">
          <pc:chgData name="Le Ly Van" userId="04ce42cc31d43417" providerId="LiveId" clId="{32F4B039-FB8E-4CBD-8197-A24EA95E64D4}" dt="2026-09-25T16:27:20.047" v="622" actId="113"/>
          <pc:sldLayoutMkLst>
            <pc:docMk/>
            <pc:sldMasterMk cId="0" sldId="2147483648"/>
            <pc:sldLayoutMk cId="0" sldId="2147483650"/>
          </pc:sldLayoutMkLst>
          <pc:spChg chg="mod">
            <ac:chgData name="Le Ly Van" userId="04ce42cc31d43417" providerId="LiveId" clId="{32F4B039-FB8E-4CBD-8197-A24EA95E64D4}" dt="2026-09-25T16:07:14.481" v="250" actId="14100"/>
            <ac:spMkLst>
              <pc:docMk/>
              <pc:sldMasterMk cId="0" sldId="2147483648"/>
              <pc:sldLayoutMk cId="0" sldId="2147483650"/>
              <ac:spMk id="2" creationId="{00000000-0000-0000-0000-000000000000}"/>
            </ac:spMkLst>
          </pc:spChg>
          <pc:spChg chg="mod">
            <ac:chgData name="Le Ly Van" userId="04ce42cc31d43417" providerId="LiveId" clId="{32F4B039-FB8E-4CBD-8197-A24EA95E64D4}" dt="2026-09-25T16:01:54.213" v="97" actId="20577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mod">
            <ac:chgData name="Le Ly Van" userId="04ce42cc31d43417" providerId="LiveId" clId="{32F4B039-FB8E-4CBD-8197-A24EA95E64D4}" dt="2026-09-25T16:27:20.047" v="622" actId="113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  <pc:spChg chg="mod">
            <ac:chgData name="Le Ly Van" userId="04ce42cc31d43417" providerId="LiveId" clId="{32F4B039-FB8E-4CBD-8197-A24EA95E64D4}" dt="2026-09-25T16:07:09.073" v="249" actId="14100"/>
            <ac:spMkLst>
              <pc:docMk/>
              <pc:sldMasterMk cId="0" sldId="2147483648"/>
              <pc:sldLayoutMk cId="0" sldId="2147483650"/>
              <ac:spMk id="12" creationId="{00000000-0000-0000-0000-000000000000}"/>
            </ac:spMkLst>
          </pc:spChg>
        </pc:sldLayoutChg>
        <pc:sldLayoutChg chg="modSp mod">
          <pc:chgData name="Le Ly Van" userId="04ce42cc31d43417" providerId="LiveId" clId="{32F4B039-FB8E-4CBD-8197-A24EA95E64D4}" dt="2026-09-25T16:28:06.050" v="625" actId="113"/>
          <pc:sldLayoutMkLst>
            <pc:docMk/>
            <pc:sldMasterMk cId="0" sldId="2147483648"/>
            <pc:sldLayoutMk cId="0" sldId="2147483651"/>
          </pc:sldLayoutMkLst>
          <pc:spChg chg="mod">
            <ac:chgData name="Le Ly Van" userId="04ce42cc31d43417" providerId="LiveId" clId="{32F4B039-FB8E-4CBD-8197-A24EA95E64D4}" dt="2026-09-25T16:02:06.708" v="99" actId="113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  <pc:spChg chg="mod">
            <ac:chgData name="Le Ly Van" userId="04ce42cc31d43417" providerId="LiveId" clId="{32F4B039-FB8E-4CBD-8197-A24EA95E64D4}" dt="2026-09-25T16:28:06.050" v="625" actId="113"/>
            <ac:spMkLst>
              <pc:docMk/>
              <pc:sldMasterMk cId="0" sldId="2147483648"/>
              <pc:sldLayoutMk cId="0" sldId="2147483651"/>
              <ac:spMk id="6" creationId="{00000000-0000-0000-0000-000000000000}"/>
            </ac:spMkLst>
          </pc:spChg>
        </pc:sldLayoutChg>
        <pc:sldLayoutChg chg="modSp mod">
          <pc:chgData name="Le Ly Van" userId="04ce42cc31d43417" providerId="LiveId" clId="{32F4B039-FB8E-4CBD-8197-A24EA95E64D4}" dt="2026-09-25T16:27:57.693" v="624" actId="113"/>
          <pc:sldLayoutMkLst>
            <pc:docMk/>
            <pc:sldMasterMk cId="0" sldId="2147483648"/>
            <pc:sldLayoutMk cId="0" sldId="2147483654"/>
          </pc:sldLayoutMkLst>
          <pc:spChg chg="mod">
            <ac:chgData name="Le Ly Van" userId="04ce42cc31d43417" providerId="LiveId" clId="{32F4B039-FB8E-4CBD-8197-A24EA95E64D4}" dt="2026-09-25T16:27:57.693" v="624" actId="113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</pc:sldLayoutChg>
        <pc:sldLayoutChg chg="delSp modSp mod">
          <pc:chgData name="Le Ly Van" userId="04ce42cc31d43417" providerId="LiveId" clId="{32F4B039-FB8E-4CBD-8197-A24EA95E64D4}" dt="2026-09-25T16:28:46.768" v="628" actId="113"/>
          <pc:sldLayoutMkLst>
            <pc:docMk/>
            <pc:sldMasterMk cId="0" sldId="2147483648"/>
            <pc:sldLayoutMk cId="0" sldId="2147483661"/>
          </pc:sldLayoutMkLst>
          <pc:spChg chg="mod">
            <ac:chgData name="Le Ly Van" userId="04ce42cc31d43417" providerId="LiveId" clId="{32F4B039-FB8E-4CBD-8197-A24EA95E64D4}" dt="2026-09-25T16:24:04.662" v="576" actId="1076"/>
            <ac:spMkLst>
              <pc:docMk/>
              <pc:sldMasterMk cId="0" sldId="2147483648"/>
              <pc:sldLayoutMk cId="0" sldId="2147483661"/>
              <ac:spMk id="2" creationId="{00000000-0000-0000-0000-000000000000}"/>
            </ac:spMkLst>
          </pc:spChg>
          <pc:spChg chg="del mod">
            <ac:chgData name="Le Ly Van" userId="04ce42cc31d43417" providerId="LiveId" clId="{32F4B039-FB8E-4CBD-8197-A24EA95E64D4}" dt="2026-09-25T16:28:38.056" v="626" actId="478"/>
            <ac:spMkLst>
              <pc:docMk/>
              <pc:sldMasterMk cId="0" sldId="2147483648"/>
              <pc:sldLayoutMk cId="0" sldId="2147483661"/>
              <ac:spMk id="4" creationId="{00000000-0000-0000-0000-000000000000}"/>
            </ac:spMkLst>
          </pc:spChg>
          <pc:spChg chg="mod">
            <ac:chgData name="Le Ly Van" userId="04ce42cc31d43417" providerId="LiveId" clId="{32F4B039-FB8E-4CBD-8197-A24EA95E64D4}" dt="2026-09-25T16:28:46.768" v="628" actId="113"/>
            <ac:spMkLst>
              <pc:docMk/>
              <pc:sldMasterMk cId="0" sldId="2147483648"/>
              <pc:sldLayoutMk cId="0" sldId="2147483661"/>
              <ac:spMk id="7" creationId="{00000000-0000-0000-0000-000000000000}"/>
            </ac:spMkLst>
          </pc:spChg>
          <pc:picChg chg="mod">
            <ac:chgData name="Le Ly Van" userId="04ce42cc31d43417" providerId="LiveId" clId="{32F4B039-FB8E-4CBD-8197-A24EA95E64D4}" dt="2026-09-25T16:23:59.442" v="575" actId="1076"/>
            <ac:picMkLst>
              <pc:docMk/>
              <pc:sldMasterMk cId="0" sldId="2147483648"/>
              <pc:sldLayoutMk cId="0" sldId="2147483661"/>
              <ac:picMk id="8" creationId="{00000000-0000-0000-0000-000000000000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70B83A0-D0CA-05F6-94EA-1332D1F772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752AF2-6F42-6011-4474-1D19B737A8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E00DD-B352-4F5C-980E-76D8BDD75302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0C2ECC-0395-EC01-9762-B6BF10C735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0A4D0-8E2B-990E-CAD8-A95D02AD0B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29EF1-1B5E-4D9E-9416-43D92113D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21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F00CA7-5C37-4AF7-BE61-DEF4BA5C70F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726AF-430D-49B5-BE1B-B27E8B804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2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726AF-430D-49B5-BE1B-B27E8B804F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9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449179"/>
          </a:xfrm>
        </p:spPr>
        <p:txBody>
          <a:bodyPr anchor="b">
            <a:normAutofit/>
          </a:bodyPr>
          <a:lstStyle>
            <a:lvl1pPr algn="ctr"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B973-DCC9-4489-AAA6-DDFE28B57E8D}" type="datetime1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ide s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727" y="609601"/>
            <a:ext cx="10585499" cy="160509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92727" y="2382982"/>
            <a:ext cx="10584873" cy="340821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3777-890C-4D0C-9417-D212EB730A08}" type="datetime1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b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91A2-759C-4A52-8CDC-6F88DADCFD1C}" type="datetime1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vi-VN"/>
              <a:t>Giới thiệu Đại học Cần Thơ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b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ế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26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1616363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ABABF-2F2D-4828-A504-D3F3CC041405}" type="datetime1">
              <a:rPr lang="en-US" smtClean="0"/>
              <a:t>9/26/2026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b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0325-682E-4C1D-A0B8-2F1C9589EA08}" type="datetime1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F44A2E9-C58A-4859-8492-2542A139E8B8}" type="datetime1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vi-VN" dirty="0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4643C2-64F9-1B5C-DD86-DC5CB2C8225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10031508" y="432035"/>
            <a:ext cx="1585485" cy="158509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59" r:id="rId5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-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F29C-027F-C1E7-E240-8AF591113B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ĐẠI HỌC CẦN THƠ – QUÁ TRÌNH HÌNH THÀNH VÀ PHÁT TRIỂN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EC4B86-8958-8785-B5BC-41927EE447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 dirty="0"/>
              <a:t>TS. NGUYỄN VĂN A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B5E1880-B904-4FEA-1FB4-779452C76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FD19B-52BC-DFFB-973B-76389ECE4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131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AE6677-42FC-3BF6-612E-039380F052E9}"/>
              </a:ext>
            </a:extLst>
          </p:cNvPr>
          <p:cNvSpPr txBox="1"/>
          <p:nvPr/>
        </p:nvSpPr>
        <p:spPr>
          <a:xfrm>
            <a:off x="948812" y="1686232"/>
            <a:ext cx="5540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86A9BE-36B5-F9DD-53E5-A22703EC1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Nội dung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33A0A6-FE5B-2B7F-091C-17B9D9A6E30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/>
            <a:r>
              <a:rPr lang="vi-VN" b="1" dirty="0"/>
              <a:t>thời kỳ học viện đại học Cần Thơ (1966-1975)</a:t>
            </a:r>
          </a:p>
          <a:p>
            <a:pPr marL="285750" indent="-285750"/>
            <a:r>
              <a:rPr lang="vi-VN" b="1" dirty="0"/>
              <a:t>ĐHCT giai đoạn sau năm 1975</a:t>
            </a: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EDFC7E-E4D0-1088-7B83-6C7A49F57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C38C0E-7818-15B8-2618-4B3BE52FB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577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8FAD74-EB7A-1B20-F588-74D1F9571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Viện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Thơ (1966 - 1975)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A0366C-44FB-ECBD-A709-607F4C2836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342900" lvl="0" indent="-342900"/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31 </a:t>
            </a:r>
            <a:r>
              <a:rPr lang="en-US" dirty="0" err="1"/>
              <a:t>tháng</a:t>
            </a:r>
            <a:r>
              <a:rPr lang="en-US" dirty="0"/>
              <a:t> 03 </a:t>
            </a:r>
            <a:r>
              <a:rPr lang="en-US" dirty="0" err="1"/>
              <a:t>năm</a:t>
            </a:r>
            <a:r>
              <a:rPr lang="en-US" dirty="0"/>
              <a:t> 1966</a:t>
            </a:r>
          </a:p>
          <a:p>
            <a:pPr marL="342900" lvl="0" indent="-342900"/>
            <a:r>
              <a:rPr lang="en-US" dirty="0"/>
              <a:t>Viện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Thơ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bốn</a:t>
            </a:r>
            <a:r>
              <a:rPr lang="en-US" dirty="0"/>
              <a:t> </a:t>
            </a:r>
            <a:r>
              <a:rPr lang="vi-VN" dirty="0"/>
              <a:t>khoa:</a:t>
            </a:r>
          </a:p>
          <a:p>
            <a:pPr marL="0" lvl="0" indent="0">
              <a:buNone/>
            </a:pPr>
            <a:r>
              <a:rPr lang="vi-VN" dirty="0"/>
              <a:t>    - khoa học</a:t>
            </a:r>
          </a:p>
          <a:p>
            <a:pPr marL="457200" lvl="1" indent="0">
              <a:buNone/>
            </a:pPr>
            <a:r>
              <a:rPr lang="vi-VN" dirty="0"/>
              <a:t>- </a:t>
            </a:r>
            <a:r>
              <a:rPr lang="en-US" dirty="0" err="1"/>
              <a:t>Luật</a:t>
            </a:r>
            <a:r>
              <a:rPr lang="en-US" dirty="0"/>
              <a:t> khoa</a:t>
            </a:r>
          </a:p>
          <a:p>
            <a:pPr marL="457200" lvl="1" indent="0">
              <a:buNone/>
            </a:pPr>
            <a:r>
              <a:rPr lang="vi-VN" dirty="0"/>
              <a:t>- </a:t>
            </a:r>
            <a:r>
              <a:rPr lang="en-US" dirty="0"/>
              <a:t>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Xã</a:t>
            </a:r>
            <a:r>
              <a:rPr lang="en-US" dirty="0"/>
              <a:t> </a:t>
            </a:r>
            <a:r>
              <a:rPr lang="en-US" dirty="0" err="1"/>
              <a:t>hội</a:t>
            </a:r>
            <a:r>
              <a:rPr lang="en-US" dirty="0"/>
              <a:t>, Văn khoa, </a:t>
            </a:r>
            <a:r>
              <a:rPr lang="en-US" dirty="0" err="1"/>
              <a:t>Sư</a:t>
            </a:r>
            <a:r>
              <a:rPr lang="en-US" dirty="0"/>
              <a:t> </a:t>
            </a:r>
            <a:r>
              <a:rPr lang="en-US" dirty="0" err="1"/>
              <a:t>phạm</a:t>
            </a:r>
            <a:endParaRPr lang="en-US" dirty="0"/>
          </a:p>
          <a:p>
            <a:pPr marL="457200" lvl="1" indent="0">
              <a:buNone/>
            </a:pPr>
            <a:r>
              <a:rPr lang="vi-VN" dirty="0"/>
              <a:t>- </a:t>
            </a:r>
            <a:r>
              <a:rPr lang="en-US" dirty="0"/>
              <a:t>Cao </a:t>
            </a:r>
            <a:r>
              <a:rPr lang="en-US" dirty="0" err="1"/>
              <a:t>đẳng</a:t>
            </a:r>
            <a:r>
              <a:rPr lang="en-US" dirty="0"/>
              <a:t> </a:t>
            </a:r>
            <a:r>
              <a:rPr lang="en-US" dirty="0" err="1"/>
              <a:t>Nông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Trung </a:t>
            </a:r>
            <a:r>
              <a:rPr lang="en-US" dirty="0" err="1"/>
              <a:t>tâm</a:t>
            </a:r>
            <a:r>
              <a:rPr lang="en-US" dirty="0"/>
              <a:t> Sinh </a:t>
            </a:r>
            <a:r>
              <a:rPr lang="en-US" dirty="0" err="1"/>
              <a:t>ngữ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C7A34B-5F95-2EA7-8225-3601D863F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62953F-25BE-2797-4886-B36952FF5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53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206DC4-B561-585D-2444-1AFF6BEC6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Viện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Thơ (1966 - 1975)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1EFBEFA-D664-E2BF-A42E-07A43943C14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Viện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Thơ </a:t>
            </a: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dirty="0" err="1"/>
              <a:t>lạc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4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endParaRPr lang="vi-VN" dirty="0"/>
          </a:p>
          <a:p>
            <a:pPr lvl="1"/>
            <a:r>
              <a:rPr lang="en-US" dirty="0" err="1"/>
              <a:t>Tòa</a:t>
            </a:r>
            <a:r>
              <a:rPr lang="en-US" dirty="0"/>
              <a:t> Viện </a:t>
            </a:r>
            <a:r>
              <a:rPr lang="en-US" dirty="0" err="1"/>
              <a:t>trưởng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5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lộ</a:t>
            </a:r>
            <a:r>
              <a:rPr lang="en-US" dirty="0"/>
              <a:t> Hoà Bình </a:t>
            </a:r>
            <a:endParaRPr lang="vi-VN" dirty="0"/>
          </a:p>
          <a:p>
            <a:pPr lvl="1"/>
            <a:r>
              <a:rPr lang="en-US" dirty="0"/>
              <a:t>Khu I </a:t>
            </a:r>
            <a:r>
              <a:rPr lang="en-US" dirty="0" err="1"/>
              <a:t>đường</a:t>
            </a:r>
            <a:r>
              <a:rPr lang="en-US" dirty="0"/>
              <a:t> 30/4 </a:t>
            </a:r>
            <a:endParaRPr lang="vi-VN" dirty="0"/>
          </a:p>
          <a:p>
            <a:pPr lvl="1"/>
            <a:r>
              <a:rPr lang="en-US" dirty="0"/>
              <a:t>Khu II </a:t>
            </a:r>
            <a:r>
              <a:rPr lang="en-US" dirty="0" err="1"/>
              <a:t>đường</a:t>
            </a:r>
            <a:r>
              <a:rPr lang="en-US" dirty="0"/>
              <a:t> 3/2 </a:t>
            </a:r>
            <a:endParaRPr lang="vi-VN" dirty="0"/>
          </a:p>
          <a:p>
            <a:pPr lvl="1"/>
            <a:r>
              <a:rPr lang="en-US" dirty="0"/>
              <a:t>Khu III </a:t>
            </a:r>
            <a:r>
              <a:rPr lang="en-US" dirty="0" err="1"/>
              <a:t>số</a:t>
            </a:r>
            <a:r>
              <a:rPr lang="en-US" dirty="0"/>
              <a:t> 1 Lý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Trọng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3AFF124-71C0-D679-E9C2-FA7E4AE09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331A25-9986-6CCA-B264-F8E12F558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844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A6A07B-B159-2BBC-EA6A-55C8D7F2D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 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29767EA-DC9F-0C8A-9C0D-9EC5FCBBB0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285750" indent="-285750"/>
            <a:r>
              <a:rPr lang="en-US" dirty="0"/>
              <a:t>Viện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Thơ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ĐHCT</a:t>
            </a:r>
            <a:endParaRPr lang="vi-VN" dirty="0"/>
          </a:p>
          <a:p>
            <a:pPr marL="285750" indent="-285750"/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ĐHCT </a:t>
            </a:r>
            <a:r>
              <a:rPr lang="en-US" dirty="0" err="1"/>
              <a:t>hiện</a:t>
            </a:r>
            <a:r>
              <a:rPr lang="en-US" dirty="0"/>
              <a:t> nay</a:t>
            </a:r>
            <a:endParaRPr lang="vi-VN" dirty="0"/>
          </a:p>
          <a:p>
            <a:pPr marL="742950" lvl="1" indent="-285750">
              <a:buFontTx/>
              <a:buChar char="-"/>
            </a:pPr>
            <a:r>
              <a:rPr lang="en-US" dirty="0"/>
              <a:t>Khoa - Viện </a:t>
            </a:r>
            <a:endParaRPr lang="vi-VN" dirty="0"/>
          </a:p>
          <a:p>
            <a:pPr marL="742950" lvl="1" indent="-285750">
              <a:buFontTx/>
              <a:buChar char="-"/>
            </a:pPr>
            <a:r>
              <a:rPr lang="en-US" dirty="0"/>
              <a:t>Trung </a:t>
            </a:r>
            <a:r>
              <a:rPr lang="en-US" dirty="0" err="1"/>
              <a:t>tâm</a:t>
            </a:r>
            <a:r>
              <a:rPr lang="en-US" dirty="0"/>
              <a:t> - Trung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ban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endParaRPr lang="vi-VN" dirty="0"/>
          </a:p>
          <a:p>
            <a:pPr marL="742950" lvl="1" indent="-285750">
              <a:buFontTx/>
              <a:buChar char="-"/>
            </a:pPr>
            <a:r>
              <a:rPr lang="en-US" dirty="0"/>
              <a:t>Đoàn </a:t>
            </a:r>
            <a:r>
              <a:rPr lang="en-US" dirty="0" err="1"/>
              <a:t>thể</a:t>
            </a:r>
            <a:r>
              <a:rPr lang="en-US" dirty="0"/>
              <a:t> &amp; </a:t>
            </a:r>
            <a:r>
              <a:rPr lang="en-US" dirty="0" err="1"/>
              <a:t>Hội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07E3DF-5256-2550-DB06-9CABFEAAB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175D43-8082-571D-6E7B-74C8856B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294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E6F2E5-544D-C50F-33BD-ECB0027A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49394E-03C2-50ED-5439-78D4331507E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học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vi-VN" b="1" dirty="0">
                <a:solidFill>
                  <a:srgbClr val="FF0000"/>
                </a:solidFill>
              </a:rPr>
              <a:t>nhiên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Ngày</a:t>
            </a:r>
            <a:r>
              <a:rPr lang="en-US" dirty="0"/>
              <a:t> 14/1/1998, </a:t>
            </a:r>
            <a:r>
              <a:rPr lang="en-US" dirty="0" err="1"/>
              <a:t>trường</a:t>
            </a:r>
            <a:r>
              <a:rPr lang="en-US" dirty="0"/>
              <a:t> ĐHCT </a:t>
            </a:r>
            <a:r>
              <a:rPr lang="en-US" dirty="0" err="1"/>
              <a:t>khánh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khoa </a:t>
            </a:r>
            <a:r>
              <a:rPr lang="en-US" dirty="0" err="1"/>
              <a:t>Khoa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vi-VN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chất</a:t>
            </a:r>
            <a:endParaRPr lang="vi-VN" dirty="0"/>
          </a:p>
          <a:p>
            <a:pPr marL="914400" lvl="2" indent="0">
              <a:buNone/>
            </a:pPr>
            <a:r>
              <a:rPr lang="vi-VN" dirty="0"/>
              <a:t>+ </a:t>
            </a:r>
            <a:r>
              <a:rPr lang="en-US" dirty="0"/>
              <a:t>12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thí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(PTN) </a:t>
            </a:r>
            <a:r>
              <a:rPr lang="en-US" dirty="0" err="1"/>
              <a:t>cho</a:t>
            </a:r>
            <a:r>
              <a:rPr lang="en-US" dirty="0"/>
              <a:t> Sinh, </a:t>
            </a:r>
            <a:r>
              <a:rPr lang="en-US" dirty="0" err="1"/>
              <a:t>Hóa</a:t>
            </a:r>
            <a:r>
              <a:rPr lang="en-US" dirty="0"/>
              <a:t>,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vi-VN" dirty="0"/>
          </a:p>
          <a:p>
            <a:pPr marL="914400" lvl="2" indent="0">
              <a:buNone/>
            </a:pPr>
            <a:r>
              <a:rPr lang="vi-VN" dirty="0"/>
              <a:t>+ </a:t>
            </a:r>
            <a:r>
              <a:rPr lang="en-US" dirty="0"/>
              <a:t>06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CBABF5-552A-CCDB-8E59-F7063C5D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084C7B-C9E4-930D-8784-44C893E80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507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F4CEA7-E1F5-F503-D339-9D8915CE5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00FC51A-42FE-8AC3-4D95-0082C6A153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học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nhiên</a:t>
            </a:r>
            <a:endParaRPr lang="vi-VN" b="1" dirty="0">
              <a:solidFill>
                <a:srgbClr val="FF0000"/>
              </a:solidFill>
            </a:endParaRPr>
          </a:p>
          <a:p>
            <a:pPr marL="742950" lvl="1" indent="-285750">
              <a:buFontTx/>
              <a:buChar char="-"/>
            </a:pP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chất</a:t>
            </a:r>
            <a:endParaRPr lang="vi-VN" dirty="0"/>
          </a:p>
          <a:p>
            <a:pPr lvl="2"/>
            <a:r>
              <a:rPr lang="en-US" dirty="0"/>
              <a:t>VP khoa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xưởng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chữa</a:t>
            </a:r>
            <a:r>
              <a:rPr lang="en-US" dirty="0"/>
              <a:t> </a:t>
            </a:r>
            <a:endParaRPr lang="vi-VN" dirty="0"/>
          </a:p>
          <a:p>
            <a:pPr marL="914400" lvl="2" indent="0">
              <a:buNone/>
            </a:pPr>
            <a:r>
              <a:rPr lang="vi-VN" dirty="0"/>
              <a:t>+ </a:t>
            </a:r>
            <a:r>
              <a:rPr lang="en-US" dirty="0" err="1"/>
              <a:t>Năm</a:t>
            </a:r>
            <a:r>
              <a:rPr lang="en-US" dirty="0"/>
              <a:t> 2010,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PTN </a:t>
            </a:r>
            <a:r>
              <a:rPr lang="en-US" dirty="0" err="1"/>
              <a:t>của</a:t>
            </a:r>
            <a:r>
              <a:rPr lang="en-US" dirty="0"/>
              <a:t> khoa</a:t>
            </a:r>
            <a:endParaRPr lang="vi-VN" dirty="0"/>
          </a:p>
          <a:p>
            <a:pPr lvl="2"/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3 </a:t>
            </a:r>
            <a:r>
              <a:rPr lang="en-US" dirty="0" err="1"/>
              <a:t>tầng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22 </a:t>
            </a:r>
            <a:r>
              <a:rPr lang="en-US" dirty="0" err="1"/>
              <a:t>phòng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968612-DC99-E1D7-FAEF-FF734817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BF7F6A-6ECC-433D-D718-D356564A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493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A92332-44BC-4657-9BA7-73471A199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 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A6626E-7519-68A5-611C-5F22082BE5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học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nhiên</a:t>
            </a:r>
            <a:endParaRPr lang="vi-VN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Khoa KHTN </a:t>
            </a:r>
            <a:r>
              <a:rPr lang="en-US" dirty="0" err="1"/>
              <a:t>hiện</a:t>
            </a:r>
            <a:r>
              <a:rPr lang="en-US" dirty="0"/>
              <a:t> nay </a:t>
            </a:r>
            <a:r>
              <a:rPr lang="en-US" dirty="0" err="1"/>
              <a:t>gồm</a:t>
            </a:r>
            <a:r>
              <a:rPr lang="en-US" dirty="0"/>
              <a:t> 04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endParaRPr lang="vi-VN" dirty="0"/>
          </a:p>
          <a:p>
            <a:pPr lvl="2"/>
            <a:r>
              <a:rPr lang="vi-VN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Sinh </a:t>
            </a:r>
            <a:r>
              <a:rPr lang="en-US" dirty="0" err="1"/>
              <a:t>học</a:t>
            </a:r>
            <a:r>
              <a:rPr lang="en-US" dirty="0"/>
              <a:t> </a:t>
            </a:r>
            <a:endParaRPr lang="vi-VN" dirty="0"/>
          </a:p>
          <a:p>
            <a:pPr lvl="2"/>
            <a:r>
              <a:rPr lang="vi-VN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vi-VN" dirty="0"/>
          </a:p>
          <a:p>
            <a:pPr lvl="2"/>
            <a:r>
              <a:rPr lang="vi-VN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vi-VN" dirty="0"/>
              <a:t>học</a:t>
            </a:r>
          </a:p>
          <a:p>
            <a:pPr lvl="2"/>
            <a:r>
              <a:rPr lang="vi-VN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95119E-A1B8-8E9A-5AD9-FF92840C6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3110E3-A572-D370-5CB2-75962B58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ECDFC6-EDB2-7593-CB81-A5B3FF9E7B2C}"/>
              </a:ext>
            </a:extLst>
          </p:cNvPr>
          <p:cNvSpPr txBox="1"/>
          <p:nvPr/>
        </p:nvSpPr>
        <p:spPr>
          <a:xfrm>
            <a:off x="4250217" y="7199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9458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F446AD-23FC-6EE9-B94C-B410FBD2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 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209F-9A23-F7BA-83EE-8BA51CEBED7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học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nhiên</a:t>
            </a:r>
            <a:endParaRPr lang="vi-VN" b="1" dirty="0">
              <a:solidFill>
                <a:srgbClr val="FF0000"/>
              </a:solidFill>
            </a:endParaRPr>
          </a:p>
          <a:p>
            <a:pPr marL="742950" lvl="1" indent="-285750">
              <a:buFontTx/>
              <a:buChar char="-"/>
            </a:pPr>
            <a:r>
              <a:rPr lang="en-US" dirty="0"/>
              <a:t>Công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vi-VN" dirty="0"/>
          </a:p>
          <a:p>
            <a:pPr lvl="2"/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: ..... </a:t>
            </a:r>
            <a:endParaRPr lang="vi-VN" dirty="0"/>
          </a:p>
          <a:p>
            <a:pPr lvl="2"/>
            <a:r>
              <a:rPr lang="vi-VN" dirty="0"/>
              <a:t> </a:t>
            </a:r>
            <a:r>
              <a:rPr lang="en-US" dirty="0"/>
              <a:t>SĐH: .... </a:t>
            </a:r>
            <a:endParaRPr lang="vi-VN" dirty="0"/>
          </a:p>
          <a:p>
            <a:pPr marL="742950" lvl="1" indent="-285750">
              <a:buFontTx/>
              <a:buChar char="-"/>
            </a:pPr>
            <a:r>
              <a:rPr lang="en-US" dirty="0"/>
              <a:t>Công </a:t>
            </a:r>
            <a:r>
              <a:rPr lang="en-US" dirty="0" err="1"/>
              <a:t>tác</a:t>
            </a:r>
            <a:r>
              <a:rPr lang="en-US" dirty="0"/>
              <a:t> NCKH,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: .... </a:t>
            </a:r>
            <a:endParaRPr lang="vi-VN" dirty="0"/>
          </a:p>
          <a:p>
            <a:pPr marL="742950" lvl="1" indent="-285750">
              <a:buFontTx/>
              <a:buChar char="-"/>
            </a:pPr>
            <a:r>
              <a:rPr lang="en-US" dirty="0"/>
              <a:t>Công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bồi</a:t>
            </a:r>
            <a:r>
              <a:rPr lang="en-US" dirty="0"/>
              <a:t> </a:t>
            </a:r>
            <a:r>
              <a:rPr lang="en-US" dirty="0" err="1"/>
              <a:t>dưỡng</a:t>
            </a:r>
            <a:r>
              <a:rPr lang="en-US" dirty="0"/>
              <a:t> </a:t>
            </a:r>
            <a:r>
              <a:rPr lang="en-US" dirty="0" err="1"/>
              <a:t>cán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: .....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6C38DA-4B08-2D3B-8585-0BD6E1780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789F5A-288A-F8B2-A0A6-352035101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47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D0A50B-5895-2309-49F7-D42C371BA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 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D01A10-41C3-3F0B-BC0B-6B4FD695097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pPr marL="285750" indent="-285750"/>
            <a:r>
              <a:rPr lang="en-US" b="1" dirty="0">
                <a:hlinkClick r:id="rId2"/>
              </a:rPr>
              <a:t>Khoa CNTT &amp; TT </a:t>
            </a:r>
            <a:endParaRPr lang="vi-VN" b="1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1994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Trung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Tin </a:t>
            </a:r>
            <a:r>
              <a:rPr lang="en-US" dirty="0" err="1"/>
              <a:t>học</a:t>
            </a:r>
            <a:endParaRPr lang="vi-VN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khoa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endParaRPr lang="vi-VN" dirty="0"/>
          </a:p>
          <a:p>
            <a:pPr lvl="2"/>
            <a:r>
              <a:rPr lang="vi-VN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Sau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vi-VN" dirty="0"/>
          </a:p>
          <a:p>
            <a:pPr lvl="2"/>
            <a:r>
              <a:rPr lang="vi-VN" dirty="0"/>
              <a:t> </a:t>
            </a:r>
            <a:r>
              <a:rPr lang="en-US" dirty="0"/>
              <a:t>NCKH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CNTT&amp;TT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8EC31C-D426-9355-73D0-21A3B8AAA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789A67-979B-1267-462C-0D9BB4C1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840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F0B69F-857C-43C2-75F8-AC016C978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0B8856-4EAF-0C7B-D740-41345D578F2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Khoa CNTT &amp; TT</a:t>
            </a:r>
            <a:endParaRPr lang="vi-VN" b="1" dirty="0">
              <a:solidFill>
                <a:schemeClr val="accent1">
                  <a:lumMod val="75000"/>
                </a:schemeClr>
              </a:solidFill>
            </a:endParaRPr>
          </a:p>
          <a:p>
            <a:pPr marL="742950" lvl="1" indent="-285750">
              <a:buFontTx/>
              <a:buChar char="-"/>
            </a:pPr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2020</a:t>
            </a:r>
            <a:endParaRPr lang="vi-VN" dirty="0"/>
          </a:p>
          <a:p>
            <a:pPr lvl="2"/>
            <a:r>
              <a:rPr lang="vi-VN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vi-VN" dirty="0"/>
              <a:t>và</a:t>
            </a:r>
          </a:p>
          <a:p>
            <a:pPr lvl="2"/>
            <a:r>
              <a:rPr lang="vi-VN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CNTT&amp;TT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68C04E-9E30-EEF5-5E81-B4B4C63A0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FFCD26-73F7-6817-E93A-0877369A4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986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75EFA6-B5BA-9A5A-2121-070B6EAE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3FA3C5D-91D1-9DEF-04D5-A77C5BA33B3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285750" indent="-285750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Khoa CNTT &amp; TT</a:t>
            </a:r>
            <a:endParaRPr lang="vi-VN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vi-VN" dirty="0"/>
              <a:t> </a:t>
            </a:r>
            <a:r>
              <a:rPr lang="en-US" dirty="0"/>
              <a:t>Các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endParaRPr lang="vi-VN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Thông tin</a:t>
            </a:r>
            <a:endParaRPr lang="vi-VN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&amp;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thông</a:t>
            </a:r>
            <a:endParaRPr lang="vi-VN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vi-VN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BA59C2-D81A-002D-4D6F-FCFF0B84A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EE7172-FA52-D828-B07F-0EE2AAEBE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202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EE964F-3261-C722-1010-F7C7602C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11A80C-916A-29E7-0E20-4E3B5FE0152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285750" indent="-285750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Khoa CNTT &amp; TT</a:t>
            </a:r>
            <a:endParaRPr lang="vi-VN" b="1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vi-VN" dirty="0"/>
              <a:t>-  </a:t>
            </a:r>
            <a:r>
              <a:rPr lang="en-US" dirty="0"/>
              <a:t>Các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endParaRPr lang="vi-VN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Công </a:t>
            </a:r>
            <a:r>
              <a:rPr lang="en-US" dirty="0" err="1"/>
              <a:t>nghệ</a:t>
            </a:r>
            <a:r>
              <a:rPr lang="en-US" dirty="0"/>
              <a:t> Thông tin</a:t>
            </a:r>
            <a:endParaRPr lang="vi-VN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Tin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vi-VN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phòng</a:t>
            </a:r>
            <a:endParaRPr lang="vi-VN" dirty="0"/>
          </a:p>
          <a:p>
            <a:pPr marL="742950" lvl="1" indent="-285750">
              <a:buFontTx/>
              <a:buChar char="-"/>
            </a:pPr>
            <a:r>
              <a:rPr lang="en-US" dirty="0"/>
              <a:t>Trung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&amp; Tin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C43E8F-CD6A-9FC2-0C94-95DD12E5A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21187-60EF-5E38-6401-0129729F0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70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260788-FE15-8FEC-2DFD-5E79F6821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Cảm ơn sự chú ý của quý vị</a:t>
            </a:r>
            <a:br>
              <a:rPr lang="vi-VN" dirty="0"/>
            </a:b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35FE0E-568B-C095-199A-A518CF108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B1B6C-91E6-FF4E-41B9-B37FEF14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62160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120</TotalTime>
  <Words>651</Words>
  <Application>Microsoft Office PowerPoint</Application>
  <PresentationFormat>Widescreen</PresentationFormat>
  <Paragraphs>106</Paragraphs>
  <Slides>14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Aptos</vt:lpstr>
      <vt:lpstr>Arial</vt:lpstr>
      <vt:lpstr>Times New Roman</vt:lpstr>
      <vt:lpstr>Tw Cen MT</vt:lpstr>
      <vt:lpstr>Wingdings</vt:lpstr>
      <vt:lpstr>Droplet</vt:lpstr>
      <vt:lpstr>ĐẠI HỌC CẦN THƠ – QUÁ TRÌNH HÌNH THÀNH VÀ PHÁT TRIỂN</vt:lpstr>
      <vt:lpstr>Nội dung</vt:lpstr>
      <vt:lpstr>Thời kỳ Viện Đại học Cần Thơ (1966 - 1975) </vt:lpstr>
      <vt:lpstr>Thời kỳ Viện Đại học Cần Thơ (1966 - 1975) </vt:lpstr>
      <vt:lpstr>ĐHCT giai đoạn sau năm 1975  </vt:lpstr>
      <vt:lpstr>ĐHCT giai đoạn sau năm 1975 </vt:lpstr>
      <vt:lpstr>ĐHCT giai đoạn sau năm 1975 </vt:lpstr>
      <vt:lpstr>ĐHCT giai đoạn sau năm 1975  </vt:lpstr>
      <vt:lpstr>ĐHCT giai đoạn sau năm 1975  </vt:lpstr>
      <vt:lpstr>ĐHCT giai đoạn sau năm 1975  </vt:lpstr>
      <vt:lpstr>ĐHCT giai đoạn sau năm 1975 </vt:lpstr>
      <vt:lpstr>ĐHCT giai đoạn sau năm 1975 </vt:lpstr>
      <vt:lpstr>ĐHCT giai đoạn sau năm 1975 </vt:lpstr>
      <vt:lpstr>Cảm ơn sự chú ý của quý vị 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Ly Van</dc:creator>
  <cp:lastModifiedBy>Dat Thanh</cp:lastModifiedBy>
  <cp:revision>4</cp:revision>
  <dcterms:created xsi:type="dcterms:W3CDTF">2026-09-25T11:27:21Z</dcterms:created>
  <dcterms:modified xsi:type="dcterms:W3CDTF">2026-09-26T00:21:18Z</dcterms:modified>
</cp:coreProperties>
</file>